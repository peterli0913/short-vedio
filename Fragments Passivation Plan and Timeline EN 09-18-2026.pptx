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bookmarkIdSeed="2">
  <p:sldMasterIdLst>
    <p:sldMasterId id="2147483648" r:id="rId1"/>
    <p:sldMasterId id="2147483660" r:id="rId2"/>
    <p:sldMasterId id="2147483672" r:id="rId3"/>
    <p:sldMasterId id="2147483684" r:id="rId4"/>
    <p:sldMasterId id="2147483695" r:id="rId5"/>
    <p:sldMasterId id="2147483707" r:id="rId6"/>
    <p:sldMasterId id="2147483718" r:id="rId7"/>
    <p:sldMasterId id="2147483729" r:id="rId8"/>
    <p:sldMasterId id="2147483740" r:id="rId9"/>
    <p:sldMasterId id="2147483752" r:id="rId10"/>
    <p:sldMasterId id="2147483763" r:id="rId11"/>
    <p:sldMasterId id="2147483775" r:id="rId12"/>
    <p:sldMasterId id="2147483786" r:id="rId13"/>
    <p:sldMasterId id="2147483798" r:id="rId14"/>
    <p:sldMasterId id="2147483810" r:id="rId15"/>
    <p:sldMasterId id="2147483821" r:id="rId16"/>
    <p:sldMasterId id="2147483832" r:id="rId17"/>
    <p:sldMasterId id="2147483843" r:id="rId18"/>
    <p:sldMasterId id="2147483855" r:id="rId19"/>
    <p:sldMasterId id="2147483867" r:id="rId20"/>
    <p:sldMasterId id="2147483879" r:id="rId21"/>
    <p:sldMasterId id="2147483891" r:id="rId22"/>
    <p:sldMasterId id="2147483903" r:id="rId23"/>
    <p:sldMasterId id="2147483914" r:id="rId24"/>
    <p:sldMasterId id="2147483926" r:id="rId25"/>
  </p:sldMasterIdLst>
  <p:notesMasterIdLst>
    <p:notesMasterId r:id="rId28"/>
  </p:notesMasterIdLst>
  <p:sldIdLst>
    <p:sldId id="716" r:id="rId26"/>
    <p:sldId id="717" r:id="rId27"/>
    <p:sldId id="718" r:id="rId33"/>
    <p:sldId id="71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683">
          <p15:clr>
            <a:srgbClr val="A4A3A4"/>
          </p15:clr>
        </p15:guide>
        <p15:guide id="4" pos="3613">
          <p15:clr>
            <a:srgbClr val="A4A3A4"/>
          </p15:clr>
        </p15:guide>
        <p15:guide id="5" pos="4316">
          <p15:clr>
            <a:srgbClr val="A4A3A4"/>
          </p15:clr>
        </p15:guide>
        <p15:guide id="6" pos="5155">
          <p15:clr>
            <a:srgbClr val="A4A3A4"/>
          </p15:clr>
        </p15:guide>
        <p15:guide id="7" pos="5564">
          <p15:clr>
            <a:srgbClr val="A4A3A4"/>
          </p15:clr>
        </p15:guide>
        <p15:guide id="8" pos="6131">
          <p15:clr>
            <a:srgbClr val="A4A3A4"/>
          </p15:clr>
        </p15:guide>
        <p15:guide id="9" pos="674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CE4D6"/>
    <a:srgbClr val="EAEFF7"/>
    <a:srgbClr val="D2DEEF"/>
    <a:srgbClr val="00B050"/>
    <a:srgbClr val="C5E0B4"/>
    <a:srgbClr val="000000"/>
    <a:srgbClr val="CCFFCC"/>
    <a:srgbClr val="CCFF99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26" autoAdjust="0"/>
    <p:restoredTop sz="94713" autoAdjust="0"/>
  </p:normalViewPr>
  <p:slideViewPr>
    <p:cSldViewPr snapToGrid="0">
      <p:cViewPr varScale="1">
        <p:scale>
          <a:sx n="64" d="100"/>
          <a:sy n="64" d="100"/>
        </p:scale>
        <p:origin x="1056" y="52"/>
      </p:cViewPr>
      <p:guideLst>
        <p:guide orient="horz" pos="2160"/>
        <p:guide pos="3840"/>
        <p:guide pos="2683"/>
        <p:guide pos="3613"/>
        <p:guide pos="4316"/>
        <p:guide pos="5155"/>
        <p:guide pos="5564"/>
        <p:guide pos="6131"/>
        <p:guide pos="674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.xml"/><Relationship Id="rId34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5EE7A1-3875-437A-B05D-B2863332313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B997C-3976-4E82-889B-21F328EE58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e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e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jpe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e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e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2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jpe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jpe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2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.jpe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e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.jpe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jpe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Relationship Id="rId2" Type="http://schemas.openxmlformats.org/officeDocument/2006/relationships/image" Target="../media/image1.jpe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1.jpe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1.jpe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2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jpe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2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1.jpe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2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Relationship Id="rId2" Type="http://schemas.openxmlformats.org/officeDocument/2006/relationships/image" Target="../media/image1.jpe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1.jpe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2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1.jpe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2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jpe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6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6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7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7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7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8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7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7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8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0.xml"/><Relationship Id="rId8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4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0.xml"/><Relationship Id="rId7" Type="http://schemas.openxmlformats.org/officeDocument/2006/relationships/slideLayout" Target="../slideLayouts/slideLayout71.xml"/><Relationship Id="rId8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4.xml"/><Relationship Id="rId11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slideLayout" Target="../slideLayouts/slideLayout107.xml"/><Relationship Id="rId3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2.xml"/><Relationship Id="rId8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16.xml"/><Relationship Id="rId1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18.xml"/><Relationship Id="rId3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21.xml"/><Relationship Id="rId6" Type="http://schemas.openxmlformats.org/officeDocument/2006/relationships/slideLayout" Target="../slideLayouts/slideLayout122.xml"/><Relationship Id="rId7" Type="http://schemas.openxmlformats.org/officeDocument/2006/relationships/slideLayout" Target="../slideLayouts/slideLayout123.xml"/><Relationship Id="rId8" Type="http://schemas.openxmlformats.org/officeDocument/2006/relationships/slideLayout" Target="../slideLayouts/slideLayout124.xml"/><Relationship Id="rId9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26.xml"/><Relationship Id="rId11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140.xml"/><Relationship Id="rId4" Type="http://schemas.openxmlformats.org/officeDocument/2006/relationships/slideLayout" Target="../slideLayouts/slideLayout141.xml"/><Relationship Id="rId5" Type="http://schemas.openxmlformats.org/officeDocument/2006/relationships/slideLayout" Target="../slideLayouts/slideLayout142.xml"/><Relationship Id="rId6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145.xml"/><Relationship Id="rId9" Type="http://schemas.openxmlformats.org/officeDocument/2006/relationships/slideLayout" Target="../slideLayouts/slideLayout146.xml"/><Relationship Id="rId10" Type="http://schemas.openxmlformats.org/officeDocument/2006/relationships/slideLayout" Target="../slideLayouts/slideLayout147.xml"/><Relationship Id="rId11" Type="http://schemas.openxmlformats.org/officeDocument/2006/relationships/slideLayout" Target="../slideLayouts/slideLayout148.xml"/><Relationship Id="rId12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slideLayout" Target="../slideLayouts/slideLayout150.xml"/><Relationship Id="rId3" Type="http://schemas.openxmlformats.org/officeDocument/2006/relationships/slideLayout" Target="../slideLayouts/slideLayout151.xml"/><Relationship Id="rId4" Type="http://schemas.openxmlformats.org/officeDocument/2006/relationships/slideLayout" Target="../slideLayouts/slideLayout152.xml"/><Relationship Id="rId5" Type="http://schemas.openxmlformats.org/officeDocument/2006/relationships/slideLayout" Target="../slideLayouts/slideLayout153.xml"/><Relationship Id="rId6" Type="http://schemas.openxmlformats.org/officeDocument/2006/relationships/slideLayout" Target="../slideLayouts/slideLayout154.xml"/><Relationship Id="rId7" Type="http://schemas.openxmlformats.org/officeDocument/2006/relationships/slideLayout" Target="../slideLayouts/slideLayout155.xml"/><Relationship Id="rId8" Type="http://schemas.openxmlformats.org/officeDocument/2006/relationships/slideLayout" Target="../slideLayouts/slideLayout156.xml"/><Relationship Id="rId9" Type="http://schemas.openxmlformats.org/officeDocument/2006/relationships/slideLayout" Target="../slideLayouts/slideLayout157.xml"/><Relationship Id="rId10" Type="http://schemas.openxmlformats.org/officeDocument/2006/relationships/slideLayout" Target="../slideLayouts/slideLayout158.xml"/><Relationship Id="rId11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slideLayout" Target="../slideLayouts/slideLayout160.xml"/><Relationship Id="rId3" Type="http://schemas.openxmlformats.org/officeDocument/2006/relationships/slideLayout" Target="../slideLayouts/slideLayout161.xml"/><Relationship Id="rId4" Type="http://schemas.openxmlformats.org/officeDocument/2006/relationships/slideLayout" Target="../slideLayouts/slideLayout162.xml"/><Relationship Id="rId5" Type="http://schemas.openxmlformats.org/officeDocument/2006/relationships/slideLayout" Target="../slideLayouts/slideLayout163.xml"/><Relationship Id="rId6" Type="http://schemas.openxmlformats.org/officeDocument/2006/relationships/slideLayout" Target="../slideLayouts/slideLayout164.xml"/><Relationship Id="rId7" Type="http://schemas.openxmlformats.org/officeDocument/2006/relationships/slideLayout" Target="../slideLayouts/slideLayout165.xml"/><Relationship Id="rId8" Type="http://schemas.openxmlformats.org/officeDocument/2006/relationships/slideLayout" Target="../slideLayouts/slideLayout166.xml"/><Relationship Id="rId9" Type="http://schemas.openxmlformats.org/officeDocument/2006/relationships/slideLayout" Target="../slideLayouts/slideLayout167.xml"/><Relationship Id="rId10" Type="http://schemas.openxmlformats.org/officeDocument/2006/relationships/slideLayout" Target="../slideLayouts/slideLayout168.xml"/><Relationship Id="rId11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70.xml"/><Relationship Id="rId3" Type="http://schemas.openxmlformats.org/officeDocument/2006/relationships/slideLayout" Target="../slideLayouts/slideLayout171.xml"/><Relationship Id="rId4" Type="http://schemas.openxmlformats.org/officeDocument/2006/relationships/slideLayout" Target="../slideLayouts/slideLayout172.xml"/><Relationship Id="rId5" Type="http://schemas.openxmlformats.org/officeDocument/2006/relationships/slideLayout" Target="../slideLayouts/slideLayout173.xml"/><Relationship Id="rId6" Type="http://schemas.openxmlformats.org/officeDocument/2006/relationships/slideLayout" Target="../slideLayouts/slideLayout174.xml"/><Relationship Id="rId7" Type="http://schemas.openxmlformats.org/officeDocument/2006/relationships/slideLayout" Target="../slideLayouts/slideLayout175.xml"/><Relationship Id="rId8" Type="http://schemas.openxmlformats.org/officeDocument/2006/relationships/slideLayout" Target="../slideLayouts/slideLayout176.xml"/><Relationship Id="rId9" Type="http://schemas.openxmlformats.org/officeDocument/2006/relationships/slideLayout" Target="../slideLayouts/slideLayout177.xml"/><Relationship Id="rId10" Type="http://schemas.openxmlformats.org/officeDocument/2006/relationships/slideLayout" Target="../slideLayouts/slideLayout178.xml"/><Relationship Id="rId11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slideLayout" Target="../slideLayouts/slideLayout180.xml"/><Relationship Id="rId3" Type="http://schemas.openxmlformats.org/officeDocument/2006/relationships/slideLayout" Target="../slideLayouts/slideLayout181.xml"/><Relationship Id="rId4" Type="http://schemas.openxmlformats.org/officeDocument/2006/relationships/slideLayout" Target="../slideLayouts/slideLayout182.xml"/><Relationship Id="rId5" Type="http://schemas.openxmlformats.org/officeDocument/2006/relationships/slideLayout" Target="../slideLayouts/slideLayout183.xml"/><Relationship Id="rId6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5.xml"/><Relationship Id="rId8" Type="http://schemas.openxmlformats.org/officeDocument/2006/relationships/slideLayout" Target="../slideLayouts/slideLayout186.xml"/><Relationship Id="rId9" Type="http://schemas.openxmlformats.org/officeDocument/2006/relationships/slideLayout" Target="../slideLayouts/slideLayout187.xml"/><Relationship Id="rId10" Type="http://schemas.openxmlformats.org/officeDocument/2006/relationships/slideLayout" Target="../slideLayouts/slideLayout188.xml"/><Relationship Id="rId11" Type="http://schemas.openxmlformats.org/officeDocument/2006/relationships/slideLayout" Target="../slideLayouts/slideLayout189.xml"/><Relationship Id="rId12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slideLayout" Target="../slideLayouts/slideLayout191.xml"/><Relationship Id="rId3" Type="http://schemas.openxmlformats.org/officeDocument/2006/relationships/slideLayout" Target="../slideLayouts/slideLayout192.xml"/><Relationship Id="rId4" Type="http://schemas.openxmlformats.org/officeDocument/2006/relationships/slideLayout" Target="../slideLayouts/slideLayout193.xml"/><Relationship Id="rId5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5.xml"/><Relationship Id="rId7" Type="http://schemas.openxmlformats.org/officeDocument/2006/relationships/slideLayout" Target="../slideLayouts/slideLayout196.xml"/><Relationship Id="rId8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0.xml"/><Relationship Id="rId12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slideLayout" Target="../slideLayouts/slideLayout202.xml"/><Relationship Id="rId3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205.xml"/><Relationship Id="rId6" Type="http://schemas.openxmlformats.org/officeDocument/2006/relationships/slideLayout" Target="../slideLayouts/slideLayout206.xml"/><Relationship Id="rId7" Type="http://schemas.openxmlformats.org/officeDocument/2006/relationships/slideLayout" Target="../slideLayouts/slideLayout207.xml"/><Relationship Id="rId8" Type="http://schemas.openxmlformats.org/officeDocument/2006/relationships/slideLayout" Target="../slideLayouts/slideLayout208.xml"/><Relationship Id="rId9" Type="http://schemas.openxmlformats.org/officeDocument/2006/relationships/slideLayout" Target="../slideLayouts/slideLayout209.xml"/><Relationship Id="rId10" Type="http://schemas.openxmlformats.org/officeDocument/2006/relationships/slideLayout" Target="../slideLayouts/slideLayout210.xml"/><Relationship Id="rId11" Type="http://schemas.openxmlformats.org/officeDocument/2006/relationships/slideLayout" Target="../slideLayouts/slideLayout211.xml"/><Relationship Id="rId12" Type="http://schemas.openxmlformats.org/officeDocument/2006/relationships/theme" Target="../theme/theme20.xml"/></Relationships>
</file>

<file path=ppt/slideMasters/_rels/slideMaster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slideLayout" Target="../slideLayouts/slideLayout213.xml"/><Relationship Id="rId3" Type="http://schemas.openxmlformats.org/officeDocument/2006/relationships/slideLayout" Target="../slideLayouts/slideLayout214.xml"/><Relationship Id="rId4" Type="http://schemas.openxmlformats.org/officeDocument/2006/relationships/slideLayout" Target="../slideLayouts/slideLayout215.xml"/><Relationship Id="rId5" Type="http://schemas.openxmlformats.org/officeDocument/2006/relationships/slideLayout" Target="../slideLayouts/slideLayout216.xml"/><Relationship Id="rId6" Type="http://schemas.openxmlformats.org/officeDocument/2006/relationships/slideLayout" Target="../slideLayouts/slideLayout217.xml"/><Relationship Id="rId7" Type="http://schemas.openxmlformats.org/officeDocument/2006/relationships/slideLayout" Target="../slideLayouts/slideLayout218.xml"/><Relationship Id="rId8" Type="http://schemas.openxmlformats.org/officeDocument/2006/relationships/slideLayout" Target="../slideLayouts/slideLayout219.xml"/><Relationship Id="rId9" Type="http://schemas.openxmlformats.org/officeDocument/2006/relationships/slideLayout" Target="../slideLayouts/slideLayout220.xml"/><Relationship Id="rId10" Type="http://schemas.openxmlformats.org/officeDocument/2006/relationships/slideLayout" Target="../slideLayouts/slideLayout221.xml"/><Relationship Id="rId11" Type="http://schemas.openxmlformats.org/officeDocument/2006/relationships/slideLayout" Target="../slideLayouts/slideLayout222.xml"/><Relationship Id="rId12" Type="http://schemas.openxmlformats.org/officeDocument/2006/relationships/theme" Target="../theme/theme21.xml"/></Relationships>
</file>

<file path=ppt/slideMasters/_rels/slideMaster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slideLayout" Target="../slideLayouts/slideLayout224.xml"/><Relationship Id="rId3" Type="http://schemas.openxmlformats.org/officeDocument/2006/relationships/slideLayout" Target="../slideLayouts/slideLayout225.xml"/><Relationship Id="rId4" Type="http://schemas.openxmlformats.org/officeDocument/2006/relationships/slideLayout" Target="../slideLayouts/slideLayout226.xml"/><Relationship Id="rId5" Type="http://schemas.openxmlformats.org/officeDocument/2006/relationships/slideLayout" Target="../slideLayouts/slideLayout227.xml"/><Relationship Id="rId6" Type="http://schemas.openxmlformats.org/officeDocument/2006/relationships/slideLayout" Target="../slideLayouts/slideLayout228.xml"/><Relationship Id="rId7" Type="http://schemas.openxmlformats.org/officeDocument/2006/relationships/slideLayout" Target="../slideLayouts/slideLayout229.xml"/><Relationship Id="rId8" Type="http://schemas.openxmlformats.org/officeDocument/2006/relationships/slideLayout" Target="../slideLayouts/slideLayout230.xml"/><Relationship Id="rId9" Type="http://schemas.openxmlformats.org/officeDocument/2006/relationships/slideLayout" Target="../slideLayouts/slideLayout231.xml"/><Relationship Id="rId10" Type="http://schemas.openxmlformats.org/officeDocument/2006/relationships/slideLayout" Target="../slideLayouts/slideLayout232.xml"/><Relationship Id="rId11" Type="http://schemas.openxmlformats.org/officeDocument/2006/relationships/slideLayout" Target="../slideLayouts/slideLayout233.xml"/><Relationship Id="rId12" Type="http://schemas.openxmlformats.org/officeDocument/2006/relationships/theme" Target="../theme/theme22.xml"/></Relationships>
</file>

<file path=ppt/slideMasters/_rels/slideMaster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4.xml"/><Relationship Id="rId2" Type="http://schemas.openxmlformats.org/officeDocument/2006/relationships/slideLayout" Target="../slideLayouts/slideLayout235.xml"/><Relationship Id="rId3" Type="http://schemas.openxmlformats.org/officeDocument/2006/relationships/slideLayout" Target="../slideLayouts/slideLayout236.xml"/><Relationship Id="rId4" Type="http://schemas.openxmlformats.org/officeDocument/2006/relationships/slideLayout" Target="../slideLayouts/slideLayout237.xml"/><Relationship Id="rId5" Type="http://schemas.openxmlformats.org/officeDocument/2006/relationships/slideLayout" Target="../slideLayouts/slideLayout238.xml"/><Relationship Id="rId6" Type="http://schemas.openxmlformats.org/officeDocument/2006/relationships/slideLayout" Target="../slideLayouts/slideLayout239.xml"/><Relationship Id="rId7" Type="http://schemas.openxmlformats.org/officeDocument/2006/relationships/slideLayout" Target="../slideLayouts/slideLayout240.xml"/><Relationship Id="rId8" Type="http://schemas.openxmlformats.org/officeDocument/2006/relationships/slideLayout" Target="../slideLayouts/slideLayout241.xml"/><Relationship Id="rId9" Type="http://schemas.openxmlformats.org/officeDocument/2006/relationships/slideLayout" Target="../slideLayouts/slideLayout242.xml"/><Relationship Id="rId10" Type="http://schemas.openxmlformats.org/officeDocument/2006/relationships/slideLayout" Target="../slideLayouts/slideLayout243.xml"/><Relationship Id="rId11" Type="http://schemas.openxmlformats.org/officeDocument/2006/relationships/theme" Target="../theme/theme23.xml"/></Relationships>
</file>

<file path=ppt/slideMasters/_rels/slideMaster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4.xml"/><Relationship Id="rId2" Type="http://schemas.openxmlformats.org/officeDocument/2006/relationships/slideLayout" Target="../slideLayouts/slideLayout245.xml"/><Relationship Id="rId3" Type="http://schemas.openxmlformats.org/officeDocument/2006/relationships/slideLayout" Target="../slideLayouts/slideLayout246.xml"/><Relationship Id="rId4" Type="http://schemas.openxmlformats.org/officeDocument/2006/relationships/slideLayout" Target="../slideLayouts/slideLayout247.xml"/><Relationship Id="rId5" Type="http://schemas.openxmlformats.org/officeDocument/2006/relationships/slideLayout" Target="../slideLayouts/slideLayout248.xml"/><Relationship Id="rId6" Type="http://schemas.openxmlformats.org/officeDocument/2006/relationships/slideLayout" Target="../slideLayouts/slideLayout249.xml"/><Relationship Id="rId7" Type="http://schemas.openxmlformats.org/officeDocument/2006/relationships/slideLayout" Target="../slideLayouts/slideLayout250.xml"/><Relationship Id="rId8" Type="http://schemas.openxmlformats.org/officeDocument/2006/relationships/slideLayout" Target="../slideLayouts/slideLayout251.xml"/><Relationship Id="rId9" Type="http://schemas.openxmlformats.org/officeDocument/2006/relationships/slideLayout" Target="../slideLayouts/slideLayout252.xml"/><Relationship Id="rId10" Type="http://schemas.openxmlformats.org/officeDocument/2006/relationships/slideLayout" Target="../slideLayouts/slideLayout253.xml"/><Relationship Id="rId11" Type="http://schemas.openxmlformats.org/officeDocument/2006/relationships/slideLayout" Target="../slideLayouts/slideLayout254.xml"/><Relationship Id="rId12" Type="http://schemas.openxmlformats.org/officeDocument/2006/relationships/theme" Target="../theme/theme24.xml"/></Relationships>
</file>

<file path=ppt/slideMasters/_rels/slideMaster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5.xml"/><Relationship Id="rId2" Type="http://schemas.openxmlformats.org/officeDocument/2006/relationships/slideLayout" Target="../slideLayouts/slideLayout256.xml"/><Relationship Id="rId3" Type="http://schemas.openxmlformats.org/officeDocument/2006/relationships/slideLayout" Target="../slideLayouts/slideLayout257.xml"/><Relationship Id="rId4" Type="http://schemas.openxmlformats.org/officeDocument/2006/relationships/slideLayout" Target="../slideLayouts/slideLayout258.xml"/><Relationship Id="rId5" Type="http://schemas.openxmlformats.org/officeDocument/2006/relationships/slideLayout" Target="../slideLayouts/slideLayout259.xml"/><Relationship Id="rId6" Type="http://schemas.openxmlformats.org/officeDocument/2006/relationships/slideLayout" Target="../slideLayouts/slideLayout260.xml"/><Relationship Id="rId7" Type="http://schemas.openxmlformats.org/officeDocument/2006/relationships/slideLayout" Target="../slideLayouts/slideLayout261.xml"/><Relationship Id="rId8" Type="http://schemas.openxmlformats.org/officeDocument/2006/relationships/slideLayout" Target="../slideLayouts/slideLayout262.xml"/><Relationship Id="rId9" Type="http://schemas.openxmlformats.org/officeDocument/2006/relationships/slideLayout" Target="../slideLayouts/slideLayout263.xml"/><Relationship Id="rId10" Type="http://schemas.openxmlformats.org/officeDocument/2006/relationships/slideLayout" Target="../slideLayouts/slideLayout264.xml"/><Relationship Id="rId11" Type="http://schemas.openxmlformats.org/officeDocument/2006/relationships/slideLayout" Target="../slideLayouts/slideLayout265.xml"/><Relationship Id="rId12" Type="http://schemas.openxmlformats.org/officeDocument/2006/relationships/theme" Target="../theme/theme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77" r:id="rId2"/>
    <p:sldLayoutId id="2147483778" r:id="rId3"/>
    <p:sldLayoutId id="2147483779" r:id="rId4"/>
    <p:sldLayoutId id="2147483780" r:id="rId5"/>
    <p:sldLayoutId id="2147483781" r:id="rId6"/>
    <p:sldLayoutId id="2147483782" r:id="rId7"/>
    <p:sldLayoutId id="2147483783" r:id="rId8"/>
    <p:sldLayoutId id="2147483784" r:id="rId9"/>
    <p:sldLayoutId id="2147483785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8" r:id="rId1"/>
    <p:sldLayoutId id="2147483869" r:id="rId2"/>
    <p:sldLayoutId id="2147483870" r:id="rId3"/>
    <p:sldLayoutId id="2147483871" r:id="rId4"/>
    <p:sldLayoutId id="2147483872" r:id="rId5"/>
    <p:sldLayoutId id="2147483873" r:id="rId6"/>
    <p:sldLayoutId id="2147483874" r:id="rId7"/>
    <p:sldLayoutId id="2147483875" r:id="rId8"/>
    <p:sldLayoutId id="2147483876" r:id="rId9"/>
    <p:sldLayoutId id="2147483877" r:id="rId10"/>
    <p:sldLayoutId id="2147483878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0" r:id="rId1"/>
    <p:sldLayoutId id="2147483881" r:id="rId2"/>
    <p:sldLayoutId id="2147483882" r:id="rId3"/>
    <p:sldLayoutId id="2147483883" r:id="rId4"/>
    <p:sldLayoutId id="2147483884" r:id="rId5"/>
    <p:sldLayoutId id="2147483885" r:id="rId6"/>
    <p:sldLayoutId id="2147483886" r:id="rId7"/>
    <p:sldLayoutId id="2147483887" r:id="rId8"/>
    <p:sldLayoutId id="2147483888" r:id="rId9"/>
    <p:sldLayoutId id="2147483889" r:id="rId10"/>
    <p:sldLayoutId id="2147483890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5" r:id="rId2"/>
    <p:sldLayoutId id="2147483906" r:id="rId3"/>
    <p:sldLayoutId id="2147483907" r:id="rId4"/>
    <p:sldLayoutId id="2147483908" r:id="rId5"/>
    <p:sldLayoutId id="2147483909" r:id="rId6"/>
    <p:sldLayoutId id="2147483910" r:id="rId7"/>
    <p:sldLayoutId id="2147483911" r:id="rId8"/>
    <p:sldLayoutId id="2147483912" r:id="rId9"/>
    <p:sldLayoutId id="2147483913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5" r:id="rId1"/>
    <p:sldLayoutId id="2147483916" r:id="rId2"/>
    <p:sldLayoutId id="2147483917" r:id="rId3"/>
    <p:sldLayoutId id="2147483918" r:id="rId4"/>
    <p:sldLayoutId id="2147483919" r:id="rId5"/>
    <p:sldLayoutId id="2147483920" r:id="rId6"/>
    <p:sldLayoutId id="2147483921" r:id="rId7"/>
    <p:sldLayoutId id="2147483922" r:id="rId8"/>
    <p:sldLayoutId id="2147483923" r:id="rId9"/>
    <p:sldLayoutId id="2147483924" r:id="rId10"/>
    <p:sldLayoutId id="2147483925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7" r:id="rId1"/>
    <p:sldLayoutId id="2147483928" r:id="rId2"/>
    <p:sldLayoutId id="2147483929" r:id="rId3"/>
    <p:sldLayoutId id="2147483930" r:id="rId4"/>
    <p:sldLayoutId id="2147483931" r:id="rId5"/>
    <p:sldLayoutId id="2147483932" r:id="rId6"/>
    <p:sldLayoutId id="2147483933" r:id="rId7"/>
    <p:sldLayoutId id="2147483934" r:id="rId8"/>
    <p:sldLayoutId id="2147483935" r:id="rId9"/>
    <p:sldLayoutId id="2147483936" r:id="rId10"/>
    <p:sldLayoutId id="2147483937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-</a:t>
            </a:r>
            <a:fld id="{FAEDECE0-B3E3-4E93-9B91-9F10B30F5B07}" type="slidenum">
              <a:rPr lang="en-US" altLang="zh-CN" smtClean="0"/>
              <a:t>1</a:t>
            </a:fld>
            <a:r>
              <a:rPr lang="en-US" altLang="zh-CN" smtClean="0"/>
              <a:t>-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7343934" y="505934"/>
            <a:ext cx="46560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</a:rPr>
              <a:t>Passivation </a:t>
            </a:r>
            <a:r>
              <a:rPr lang="en-US" altLang="zh-CN" b="1" dirty="0" smtClean="0">
                <a:solidFill>
                  <a:srgbClr val="002060"/>
                </a:solidFill>
              </a:rPr>
              <a:t>Timeline for Equipment train</a:t>
            </a:r>
            <a:endParaRPr lang="zh-CN" alt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027589"/>
              </p:ext>
            </p:extLst>
          </p:nvPr>
        </p:nvGraphicFramePr>
        <p:xfrm>
          <a:off x="657682" y="1379481"/>
          <a:ext cx="10700590" cy="3679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768">
                  <a:extLst>
                    <a:ext uri="{9D8B030D-6E8A-4147-A177-3AD203B41FA5}">
                      <a16:colId xmlns:a16="http://schemas.microsoft.com/office/drawing/2014/main" val="702991439"/>
                    </a:ext>
                  </a:extLst>
                </a:gridCol>
                <a:gridCol w="1095829">
                  <a:extLst>
                    <a:ext uri="{9D8B030D-6E8A-4147-A177-3AD203B41FA5}">
                      <a16:colId xmlns:a16="http://schemas.microsoft.com/office/drawing/2014/main" val="970268549"/>
                    </a:ext>
                  </a:extLst>
                </a:gridCol>
                <a:gridCol w="2520034">
                  <a:extLst>
                    <a:ext uri="{9D8B030D-6E8A-4147-A177-3AD203B41FA5}">
                      <a16:colId xmlns:a16="http://schemas.microsoft.com/office/drawing/2014/main" val="158641279"/>
                    </a:ext>
                  </a:extLst>
                </a:gridCol>
                <a:gridCol w="2568620">
                  <a:extLst>
                    <a:ext uri="{9D8B030D-6E8A-4147-A177-3AD203B41FA5}">
                      <a16:colId xmlns:a16="http://schemas.microsoft.com/office/drawing/2014/main" val="2381673757"/>
                    </a:ext>
                  </a:extLst>
                </a:gridCol>
                <a:gridCol w="2321339">
                  <a:extLst>
                    <a:ext uri="{9D8B030D-6E8A-4147-A177-3AD203B41FA5}">
                      <a16:colId xmlns:a16="http://schemas.microsoft.com/office/drawing/2014/main" val="1256024133"/>
                    </a:ext>
                  </a:extLst>
                </a:gridCol>
              </a:tblGrid>
              <a:tr h="438318">
                <a:tc>
                  <a:txBody>
                    <a:bodyPr/>
                    <a:lstStyle/>
                    <a:p>
                      <a:pPr algn="ctr"/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Step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Passivation Completion</a:t>
                      </a:r>
                      <a:r>
                        <a:rPr lang="en-US" altLang="zh-CN" sz="1400" baseline="0" dirty="0" smtClean="0"/>
                        <a:t> Date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Solvent Run</a:t>
                      </a:r>
                      <a:r>
                        <a:rPr lang="zh-CN" altLang="en-US" sz="1400" baseline="0" dirty="0" smtClean="0"/>
                        <a:t> </a:t>
                      </a:r>
                      <a:r>
                        <a:rPr lang="en-US" altLang="zh-CN" sz="1400" baseline="0" dirty="0" smtClean="0"/>
                        <a:t>Completion Date</a:t>
                      </a:r>
                      <a:endParaRPr lang="en-US" altLang="zh-CN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Equipment </a:t>
                      </a:r>
                      <a:r>
                        <a:rPr lang="en-US" altLang="zh-CN" sz="1400" dirty="0" smtClean="0"/>
                        <a:t>Ready </a:t>
                      </a:r>
                      <a:r>
                        <a:rPr lang="en-US" altLang="zh-CN" sz="1400" dirty="0" smtClean="0"/>
                        <a:t>Date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0427453"/>
                  </a:ext>
                </a:extLst>
              </a:tr>
              <a:tr h="267778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L1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140019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09/24/2026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09/25/2026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151419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3591690"/>
                  </a:ext>
                </a:extLst>
              </a:tr>
              <a:tr h="267778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L2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140020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09/23/2026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6714660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6048573"/>
                  </a:ext>
                </a:extLst>
              </a:tr>
              <a:tr h="267778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L3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140021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09/19/2026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09/21/2026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1835233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550790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3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10/10/2026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9682449"/>
                  </a:ext>
                </a:extLst>
              </a:tr>
              <a:tr h="267778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GG917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139788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09/21/2026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09/24/2026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smtClean="0"/>
                        <a:t>09/26/2026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6738695"/>
                  </a:ext>
                </a:extLst>
              </a:tr>
              <a:tr h="418174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 is expected to be completed in mid-October.</a:t>
                      </a:r>
                      <a:endParaRPr lang="zh-CN" alt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996541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3</a:t>
                      </a:r>
                      <a:endParaRPr lang="zh-CN" altLang="en-US" sz="14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All equipment has been passivated.</a:t>
                      </a:r>
                      <a:endParaRPr kumimoji="0" lang="zh-CN" altLang="en-US" sz="14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4654858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657682" y="5230128"/>
            <a:ext cx="1070059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smtClean="0"/>
              <a:t>Passivation </a:t>
            </a:r>
            <a:r>
              <a:rPr lang="en-US" altLang="zh-CN" sz="1600" dirty="0"/>
              <a:t>of the main body of the Synthesizer, Cleavage Reactor, Stainless </a:t>
            </a:r>
            <a:r>
              <a:rPr lang="en-US" altLang="zh-CN" sz="1600" dirty="0" smtClean="0"/>
              <a:t>steel Reactor and AFD has </a:t>
            </a:r>
            <a:r>
              <a:rPr lang="en-US" altLang="zh-CN" sz="1600" dirty="0"/>
              <a:t>been performed by the equipment manufacturer. </a:t>
            </a:r>
            <a:endParaRPr lang="en-US" altLang="zh-CN" sz="1600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smtClean="0"/>
              <a:t>For others, like tanks, pipeline, passivation will be done, and solvent run will be conducted. Timeline meet the use.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66881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-</a:t>
            </a:r>
            <a:fld id="{FAEDECE0-B3E3-4E93-9B91-9F10B30F5B07}" type="slidenum">
              <a:rPr lang="en-US" altLang="zh-CN" smtClean="0"/>
              <a:t>2</a:t>
            </a:fld>
            <a:r>
              <a:rPr lang="en-US" altLang="zh-CN" smtClean="0"/>
              <a:t>-</a:t>
            </a:r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757526" y="505934"/>
            <a:ext cx="52202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</a:rPr>
              <a:t>Passivation </a:t>
            </a:r>
            <a:r>
              <a:rPr lang="en-US" altLang="zh-CN" b="1" dirty="0" smtClean="0">
                <a:solidFill>
                  <a:srgbClr val="002060"/>
                </a:solidFill>
              </a:rPr>
              <a:t>discussion for Solvent Tank Farm</a:t>
            </a:r>
            <a:endParaRPr lang="zh-CN" alt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9601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932688"/>
                <a:gridCol w="1207008"/>
                <a:gridCol w="603504"/>
                <a:gridCol w="603504"/>
                <a:gridCol w="603504"/>
                <a:gridCol w="676656"/>
                <a:gridCol w="640080"/>
                <a:gridCol w="749808"/>
                <a:gridCol w="35661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Solvent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Tank farm supply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Tank No.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L1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140019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L2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140020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L3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140021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GG917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139788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Need by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Tanks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Passivation approach</a:t>
                      </a:r>
                    </a:p>
                  </a:txBody>
                  <a:tcPr anchor="ctr" marL="54864" marR="54864" marT="18288" marB="18288"/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DMF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Bldg 11 + 12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TF01, TF02, TF04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09/28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 x 30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404040"/>
                          </a:solidFill>
                        </a:rPr>
                        <a:t>Line modification first: TF04 isolated, passivated, new dedicated line to Bldg 12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Piperidine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Bldg 11 + 12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TF30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10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Only tank of this solvent, Bldg 11 keeps using it - not passivated; Lilly runs on drums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MTBE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Bldg 11 + 12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TF05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Not passivated either - drums until the phase 2 tank farm is connected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Isopropyl acetate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dedicated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09/28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Emptied and passivated together with its transfer line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Toluene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dedicated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TF06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Emptied and passivated together with its transfer line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Acetonitrile</a:t>
                      </a:r>
                    </a:p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(prep grade)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Bldg 11 + 12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TF07, TF08, TF10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/ 3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10/15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 x 30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404040"/>
                          </a:solidFill>
                        </a:rPr>
                        <a:t>TF08 feeds Bldg 12 only: TF08 and its lines passivated - all Bldg 12 acetonitrile users stop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n-Heptane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dedicated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TF11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 / 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Emptied and passivated together with its transfer line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Ethyl acetate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dedicated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TF12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Emptied and passivated together with its transfer line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2-MeTHF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dedicated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TF13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10/28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Emptied and passivated together with its transfer line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169663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67676"/>
                </a:solidFill>
              </a:rPr>
              <a:t>Green = Lilly-dedicated tanks, released for passivation   |   Blue = shared with the TJ4 site   |   numbers in the train columns are the process steps that draw the solvent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443984"/>
            <a:ext cx="5440680" cy="1901952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What can be passivated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82896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TF03, TF06, TF11, TF12, TF13 - 5 x 30 m³ used by Lilly only: emptied and passivated directly.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Shared tanks serve the whole TJ4 site. Single-tank shared solvents (piperidine TF30, MTBE TF05) stay in service to protect the other commercial projects: Lilly moves to drums - an added handling safety risk.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DMF and prep-grade acetonitrile have three tanks each, so one tank can be released for Lilly: DMF TF04 (after the line modification) and acetonitrile TF08.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4443984"/>
            <a:ext cx="5440680" cy="1901952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What it costs Bldg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82896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Acetonitrile: TF08 supplies Bldg 12 alone. Passivating TF08 and its lines stops every acetonitrile project in Bldg 12, including the LAARA API registration batches and the other validation projects.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DMF: after the modification Bldg 12 is fed from TF04 alone, so all DMF projects in Bldg 12 stop while the lines are cut over and passivated.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Piperidine and MTBE: Bldg 12 stays on 200 L drums until the phase 2 tank farm is connected.</a:t>
            </a:r>
          </a:p>
        </p:txBody>
      </p:sp>
    </p:spTree>
    <p:extLst>
      <p:ext uri="{BB962C8B-B14F-4D97-AF65-F5344CB8AC3E}">
        <p14:creationId xmlns:p14="http://schemas.microsoft.com/office/powerpoint/2010/main" val="129288558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88536" y="502920"/>
            <a:ext cx="7680960" cy="36576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/>
            <a:r>
              <a:rPr sz="1800" b="1">
                <a:solidFill>
                  <a:srgbClr val="002060"/>
                </a:solidFill>
              </a:rPr>
              <a:t>DMF Line Modification - Plan, Impact and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42415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DMF supply after the modification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1325880"/>
            <a:ext cx="3017520" cy="1481328"/>
          </a:xfrm>
          <a:prstGeom prst="roundRect">
            <a:avLst>
              <a:gd name="adj" fmla="val 3500"/>
            </a:avLst>
          </a:prstGeom>
          <a:solidFill>
            <a:srgbClr val="EEF4FB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67328" y="14356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2060"/>
                </a:solidFill>
              </a:rPr>
              <a:t>Bldg 11 - supply unchanged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7328" y="1709928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Line 1 → 1108-Sy01~Sy07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Line 2 → 1108-Sy08~Sy12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Deprotection make-up tanks and reactor area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139166 / 125104 / 148235 keep running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3520440"/>
            <a:ext cx="3017520" cy="1572768"/>
          </a:xfrm>
          <a:prstGeom prst="roundRect">
            <a:avLst>
              <a:gd name="adj" fmla="val 3500"/>
            </a:avLst>
          </a:prstGeom>
          <a:solidFill>
            <a:srgbClr val="FDF1F1"/>
          </a:solidFill>
          <a:ln w="9525">
            <a:solidFill>
              <a:srgbClr val="F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7328" y="36301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2060"/>
                </a:solidFill>
              </a:rPr>
              <a:t>Bldg 12 - fed from TF04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3904487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New Line 3 → 1213-Sy01~Sy06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New Line 3 → 1213-Sy07~Sy18 (fragments + 9788)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1212-FD01~03 deprotection make-up, reactor area - all synthesis projects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8132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TJ4S-TF01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30 m³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1284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TJ4S-TF02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30 m³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7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TJ4S-TF04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30 m³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35424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2E753A"/>
                </a:solidFill>
              </a:rPr>
              <a:t>passivated for Lilly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148840" y="1645920"/>
            <a:ext cx="1371600" cy="128016"/>
          </a:xfrm>
          <a:prstGeom prst="rightArrow">
            <a:avLst/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1426464"/>
            <a:ext cx="1371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2E639B"/>
                </a:solidFill>
              </a:rPr>
              <a:t>Line 1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148840" y="2377440"/>
            <a:ext cx="1371600" cy="128016"/>
          </a:xfrm>
          <a:prstGeom prst="rightArrow">
            <a:avLst/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2157984"/>
            <a:ext cx="1371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2E639B"/>
                </a:solidFill>
              </a:rPr>
              <a:t>Line 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48840" y="4206240"/>
            <a:ext cx="1371600" cy="164592"/>
          </a:xfrm>
          <a:prstGeom prst="right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3"/>
            <a:ext cx="1371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C00000"/>
                </a:solidFill>
              </a:rPr>
              <a:t>NEW Line 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84831" y="1874519"/>
            <a:ext cx="1481329" cy="1737361"/>
          </a:xfrm>
          <a:prstGeom prst="line">
            <a:avLst/>
          </a:prstGeom>
          <a:ln w="15875">
            <a:solidFill>
              <a:srgbClr val="76767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84831" y="2606040"/>
            <a:ext cx="1481329" cy="1188720"/>
          </a:xfrm>
          <a:prstGeom prst="line">
            <a:avLst/>
          </a:prstGeom>
          <a:ln w="15875">
            <a:solidFill>
              <a:srgbClr val="76767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670048" y="2615184"/>
            <a:ext cx="219456" cy="21945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23" name="Oval 22"/>
          <p:cNvSpPr/>
          <p:nvPr/>
        </p:nvSpPr>
        <p:spPr>
          <a:xfrm>
            <a:off x="2670048" y="3072384"/>
            <a:ext cx="219456" cy="21945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</a:rPr>
              <a:t>Tee 1-2 and Tee 2-2:
Bldg 12 branches disconnected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413248"/>
            <a:ext cx="6035040" cy="86868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Bldg 11 keeps running on TF01 / TF02 - every DMF user in Bldg 12 is down during the cut-over and passivation of TF04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042415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What changes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903720" y="1353312"/>
          <a:ext cx="472744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965960"/>
                <a:gridCol w="2103120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DMF tank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Today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After modification</a:t>
                      </a:r>
                    </a:p>
                  </a:txBody>
                  <a:tcPr anchor="ctr" marL="54864" marR="54864" marT="18288" marB="18288"/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TF01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Line 1 feeds part of Bldg 11 (1108-Sy01~Sy07) and part of Bldg 12 (1213-Sy07~Sy18)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Bldg 11 only - Bldg 12 branch disconnected at Tee 1-2</a:t>
                      </a:r>
                    </a:p>
                  </a:txBody>
                  <a:tcPr anchor="ctr" marL="54864" marR="54864" marT="18288" marB="18288"/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TF02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Line 2 feeds part of Bldg 11 (1108-Sy08~Sy12) and part of Bldg 12 (1213-Sy01~Sy06, 1212-FD01~03)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Bldg 11 only - Bldg 12 branch disconnected at Tee 2-2</a:t>
                      </a:r>
                    </a:p>
                  </a:txBody>
                  <a:tcPr anchor="ctr" marL="54864" marR="54864" marT="18288" marB="18288"/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TF04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Backup tank only, tied into Lines 1 and 2 through pneumatic valves, no line of its own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/>
                        <a:t>Isolated from Lines 1 / 2, passivated, and given new Line 3 dedicated to Bldg 12</a:t>
                      </a:r>
                    </a:p>
                  </a:txBody>
                  <a:tcPr anchor="ctr" marL="54864" marR="54864" marT="18288" marB="18288"/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903720" y="3419856"/>
            <a:ext cx="47274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767676"/>
                </a:solidFill>
              </a:rPr>
              <a:t>New Line 3 fabrication plus the control system change and verification have to be completed before TF04 can be passivated.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03720" y="3931920"/>
            <a:ext cx="4727448" cy="2350008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14032" y="407822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Risks to close out with the customer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4389120"/>
            <a:ext cx="4297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100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The tank farm to building transfer lines were welded up at design stage - no break points and no slope, so acid and water can be held at dead legs and low points during passivation.</a:t>
            </a:r>
          </a:p>
          <a:p>
            <a:pPr marL="285750" indent="-285750">
              <a:lnSpc>
                <a:spcPct val="100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After passivation Lilly DMF comes from TF04 alone: about 33 t/day is drawn against roughly 23 t of usable solvent in the tank, with no backup tank - a supply risk.</a:t>
            </a:r>
          </a:p>
          <a:p>
            <a:pPr marL="285750" indent="-285750">
              <a:lnSpc>
                <a:spcPct val="100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Once the modification is done, no DMF use point in either building has a backup tank.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88536" y="502920"/>
            <a:ext cx="7680960" cy="36576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/>
            <a:r>
              <a:rPr sz="1800" b="1">
                <a:solidFill>
                  <a:srgbClr val="002060"/>
                </a:solidFill>
              </a:rPr>
              <a:t>Passivation Sequence, Duration and Project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42415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Passivation sequence - 75 days per batch of tanks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44168"/>
          <a:ext cx="4983479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749039"/>
                <a:gridCol w="777240"/>
              </a:tblGrid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0"/>
                        <a:t>#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0"/>
                        <a:t>Activity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0"/>
                        <a:t>Days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Emptying of storage tank contents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Pretreatment: water wash, flammable gas concentration test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4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Add liquid alkali treatment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4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Rinse until pH is neutral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10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5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Storage tank passivation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7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6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Pipeline passivation, entry and exit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7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Clearing of passivation medium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8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Pipeline inspection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9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Rinse with water until pH is neutral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10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10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Cleanliness confirmation of the storage tank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Solvent moisture content detection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30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/>
                        <a:t/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/>
                        <a:t>Total per batch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/>
                        <a:t>75</a:t>
                      </a:r>
                    </a:p>
                  </a:txBody>
                  <a:tcPr anchor="ctr" marL="54864" marR="54864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6634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Impact on projects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4965192"/>
          <a:ext cx="4983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880360"/>
                <a:gridCol w="1444752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Building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Scope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Impact</a:t>
                      </a:r>
                    </a:p>
                  </a:txBody>
                  <a:tcPr anchor="ctr" marL="54864" marR="54864" marT="18288" marB="18288"/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Bldg 12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DMF: 1213-Sy01~Sy06, 1213-Sy07~Sy18, 1212-FD01~03</a:t>
                      </a:r>
                    </a:p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Acetonitrile: all users, incl. LAARA API registration batches and other validation projects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/>
                        <a:t>Tank farm out of service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75 d per batch, all tanks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released around day 85</a:t>
                      </a:r>
                    </a:p>
                  </a:txBody>
                  <a:tcPr anchor="ctr" marL="54864" marR="54864" marT="18288" marB="18288"/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Bldg 11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DMF TF01 / TF02 and acetonitrile TF07 / TF10 stay in service - 139166, 125104 and 148235 keep their tank farm supply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No interruption</a:t>
                      </a:r>
                    </a:p>
                  </a:txBody>
                  <a:tcPr anchor="ctr" marL="54864" marR="54864" marT="18288" marB="18288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806440" y="1005840"/>
            <a:ext cx="5824728" cy="54864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7 tanks passivated in 2 batches - 75 days per batch, last batch released around day 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73736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2060"/>
                </a:solidFill>
              </a:rPr>
              <a:t>Batch 1 - 2 tanks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700784"/>
            <a:ext cx="3311203" cy="274320"/>
          </a:xfrm>
          <a:prstGeom prst="roundRect">
            <a:avLst>
              <a:gd name="adj" fmla="val 25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Day 1 - 76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1579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2060"/>
                </a:solidFill>
              </a:rPr>
              <a:t>Batch 2 - 5 tanks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5933" y="2121408"/>
            <a:ext cx="3224066" cy="274320"/>
          </a:xfrm>
          <a:prstGeom prst="roundRect">
            <a:avLst>
              <a:gd name="adj" fmla="val 25000"/>
            </a:avLst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Day 12 - 85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2560320"/>
            <a:ext cx="3703320" cy="10972"/>
          </a:xfrm>
          <a:prstGeom prst="rect">
            <a:avLst/>
          </a:prstGeom>
          <a:solidFill>
            <a:srgbClr val="D3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59689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</a:rPr>
              <a:t>Day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259689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</a:rPr>
              <a:t>Day 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889504"/>
            <a:ext cx="5824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404040"/>
                </a:solidFill>
              </a:rPr>
              <a:t>Nitric acid available on site is not sufficient for all seven tanks; a new purchase is required, so the tanks are passivated in two batches.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3346704"/>
            <a:ext cx="5824728" cy="2999232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16752" y="349300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Why the cycle is 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3803904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50" b="0">
                <a:solidFill>
                  <a:srgbClr val="404040"/>
                </a:solidFill>
              </a:rPr>
              <a:t>Tanks have no spray balls: operators enter the tank and spray passivation solution until the test passes; pipelines are passivated by soaking.</a:t>
            </a:r>
          </a:p>
          <a:p>
            <a:pPr marL="285750" indent="-285750">
              <a:lnSpc>
                <a:spcPct val="98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50" b="0">
                <a:solidFill>
                  <a:srgbClr val="404040"/>
                </a:solidFill>
              </a:rPr>
              <a:t>The alkali wash removes residual oil from the piping, and each rinse back to neutral pH takes 10 days.</a:t>
            </a:r>
          </a:p>
          <a:p>
            <a:pPr marL="285750" indent="-285750">
              <a:lnSpc>
                <a:spcPct val="98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50" b="1">
                <a:solidFill>
                  <a:srgbClr val="C00000"/>
                </a:solidFill>
              </a:rPr>
              <a:t>Solvent moisture determination is the critical path at 30 days - low points in the welded lines hold water and the ≤ 0.1 % w/w spec is hard to reach, a high risk for the CTC resin in step 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524865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Operational impact during passivation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5541264"/>
            <a:ext cx="5394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400"/>
              </a:spcAft>
              <a:buFont typeface="Wingdings" pitchFamily="2" charset="2"/>
              <a:buChar char="Ø"/>
            </a:pPr>
            <a:r>
              <a:rPr sz="1050" b="0">
                <a:solidFill>
                  <a:srgbClr val="404040"/>
                </a:solidFill>
              </a:rPr>
              <a:t>Bldg 12 has no tank farm supply - all solvents move to 200 L drums; drum handling safety is the key control.</a:t>
            </a:r>
          </a:p>
          <a:p>
            <a:pPr marL="285750" indent="-285750">
              <a:lnSpc>
                <a:spcPct val="98000"/>
              </a:lnSpc>
              <a:spcAft>
                <a:spcPts val="400"/>
              </a:spcAft>
              <a:buFont typeface="Wingdings" pitchFamily="2" charset="2"/>
              <a:buChar char="Ø"/>
            </a:pPr>
            <a:r>
              <a:rPr sz="1050" b="0">
                <a:solidFill>
                  <a:srgbClr val="404040"/>
                </a:solidFill>
              </a:rPr>
              <a:t>DMF and deprotection solutions are made up manually: lower throughput.</a:t>
            </a:r>
          </a:p>
          <a:p>
            <a:pPr marL="285750" indent="-285750">
              <a:lnSpc>
                <a:spcPct val="98000"/>
              </a:lnSpc>
              <a:spcAft>
                <a:spcPts val="400"/>
              </a:spcAft>
              <a:buFont typeface="Wingdings" pitchFamily="2" charset="2"/>
              <a:buChar char="Ø"/>
            </a:pPr>
            <a:r>
              <a:rPr sz="1050" b="0">
                <a:solidFill>
                  <a:srgbClr val="404040"/>
                </a:solidFill>
              </a:rPr>
              <a:t>Automatic solvent top-up is unavailable - levels are checked and topped up manually.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2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solidFill>
            <a:srgbClr val="FF0000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1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1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1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1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1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1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2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1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2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2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2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2902</TotalTime>
  <Words>134</Words>
  <Application>Microsoft Office PowerPoint</Application>
  <PresentationFormat>宽屏</PresentationFormat>
  <Paragraphs>55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25</vt:i4>
      </vt:variant>
      <vt:variant>
        <vt:lpstr>幻灯片标题</vt:lpstr>
      </vt:variant>
      <vt:variant>
        <vt:i4>2</vt:i4>
      </vt:variant>
    </vt:vector>
  </HeadingPairs>
  <TitlesOfParts>
    <vt:vector size="33" baseType="lpstr">
      <vt:lpstr>Helvetica Light</vt:lpstr>
      <vt:lpstr>等线</vt:lpstr>
      <vt:lpstr>微软雅黑</vt:lpstr>
      <vt:lpstr>Arial</vt:lpstr>
      <vt:lpstr>Calibri</vt:lpstr>
      <vt:lpstr>Wingdings</vt:lpstr>
      <vt:lpstr>1_webwppDefTheme</vt:lpstr>
      <vt:lpstr>2_webwppDefTheme</vt:lpstr>
      <vt:lpstr>webwppDefTheme</vt:lpstr>
      <vt:lpstr>3_webwppDefTheme</vt:lpstr>
      <vt:lpstr>4_webwppDefTheme</vt:lpstr>
      <vt:lpstr>5_webwppDefTheme</vt:lpstr>
      <vt:lpstr>6_webwppDefTheme</vt:lpstr>
      <vt:lpstr>7_webwppDefTheme</vt:lpstr>
      <vt:lpstr>9_webwppDefTheme</vt:lpstr>
      <vt:lpstr>8_webwppDefTheme</vt:lpstr>
      <vt:lpstr>16_webwppDefTheme</vt:lpstr>
      <vt:lpstr>22_webwppDefTheme</vt:lpstr>
      <vt:lpstr>10_webwppDefTheme</vt:lpstr>
      <vt:lpstr>11_webwppDefTheme</vt:lpstr>
      <vt:lpstr>12_webwppDefTheme</vt:lpstr>
      <vt:lpstr>13_webwppDefTheme</vt:lpstr>
      <vt:lpstr>14_webwppDefTheme</vt:lpstr>
      <vt:lpstr>15_webwppDefTheme</vt:lpstr>
      <vt:lpstr>17_webwppDefTheme</vt:lpstr>
      <vt:lpstr>25_webwppDefTheme</vt:lpstr>
      <vt:lpstr>18_webwppDefTheme</vt:lpstr>
      <vt:lpstr>19_webwppDefTheme</vt:lpstr>
      <vt:lpstr>20_webwppDefTheme</vt:lpstr>
      <vt:lpstr>26_webwppDefTheme</vt:lpstr>
      <vt:lpstr>27_webwppDefTheme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Dong Cui</dc:creator>
  <cp:lastModifiedBy>Ruijun Shi</cp:lastModifiedBy>
  <cp:revision>45</cp:revision>
  <dcterms:created xsi:type="dcterms:W3CDTF">2026-09-01T01:04:30Z</dcterms:created>
  <dcterms:modified xsi:type="dcterms:W3CDTF">2026-09-18T01:14:32Z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  <property fmtid="{D5CDD505-2E9C-101B-9397-08002B2CF9AE}" pid="4" name="ContentTypeId">
    <vt:lpwstr>0x01010081E1AFC219F9024AA012AA91AE638458</vt:lpwstr>
  </property>
  <property fmtid="{D5CDD505-2E9C-101B-9397-08002B2CF9AE}" pid="5" name="MediaServiceImageTags">
    <vt:lpwstr/>
  </property>
</Properties>
</file>