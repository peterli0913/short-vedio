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bookmarkIdSeed="2">
  <p:sldMasterIdLst>
    <p:sldMasterId id="2147483648" r:id="rId1"/>
    <p:sldMasterId id="2147483660" r:id="rId2"/>
    <p:sldMasterId id="2147483672" r:id="rId3"/>
    <p:sldMasterId id="2147483684" r:id="rId4"/>
    <p:sldMasterId id="2147483695" r:id="rId5"/>
    <p:sldMasterId id="2147483707" r:id="rId6"/>
    <p:sldMasterId id="2147483718" r:id="rId7"/>
    <p:sldMasterId id="2147483729" r:id="rId8"/>
    <p:sldMasterId id="2147483740" r:id="rId9"/>
    <p:sldMasterId id="2147483752" r:id="rId10"/>
    <p:sldMasterId id="2147483763" r:id="rId11"/>
    <p:sldMasterId id="2147483775" r:id="rId12"/>
    <p:sldMasterId id="2147483786" r:id="rId13"/>
    <p:sldMasterId id="2147483798" r:id="rId14"/>
    <p:sldMasterId id="2147483810" r:id="rId15"/>
    <p:sldMasterId id="2147483821" r:id="rId16"/>
    <p:sldMasterId id="2147483832" r:id="rId17"/>
    <p:sldMasterId id="2147483843" r:id="rId18"/>
    <p:sldMasterId id="2147483855" r:id="rId19"/>
    <p:sldMasterId id="2147483867" r:id="rId20"/>
    <p:sldMasterId id="2147483879" r:id="rId21"/>
    <p:sldMasterId id="2147483891" r:id="rId22"/>
    <p:sldMasterId id="2147483903" r:id="rId23"/>
    <p:sldMasterId id="2147483914" r:id="rId24"/>
    <p:sldMasterId id="2147483926" r:id="rId25"/>
  </p:sldMasterIdLst>
  <p:notesMasterIdLst>
    <p:notesMasterId r:id="rId28"/>
  </p:notesMasterIdLst>
  <p:sldIdLst>
    <p:sldId id="716" r:id="rId26"/>
    <p:sldId id="717" r:id="rId27"/>
    <p:sldId id="718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683">
          <p15:clr>
            <a:srgbClr val="A4A3A4"/>
          </p15:clr>
        </p15:guide>
        <p15:guide id="4" pos="3613">
          <p15:clr>
            <a:srgbClr val="A4A3A4"/>
          </p15:clr>
        </p15:guide>
        <p15:guide id="5" pos="4316">
          <p15:clr>
            <a:srgbClr val="A4A3A4"/>
          </p15:clr>
        </p15:guide>
        <p15:guide id="6" pos="5155">
          <p15:clr>
            <a:srgbClr val="A4A3A4"/>
          </p15:clr>
        </p15:guide>
        <p15:guide id="7" pos="5564">
          <p15:clr>
            <a:srgbClr val="A4A3A4"/>
          </p15:clr>
        </p15:guide>
        <p15:guide id="8" pos="6131">
          <p15:clr>
            <a:srgbClr val="A4A3A4"/>
          </p15:clr>
        </p15:guide>
        <p15:guide id="9" pos="674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CE4D6"/>
    <a:srgbClr val="EAEFF7"/>
    <a:srgbClr val="D2DEEF"/>
    <a:srgbClr val="00B050"/>
    <a:srgbClr val="C5E0B4"/>
    <a:srgbClr val="000000"/>
    <a:srgbClr val="CCFFCC"/>
    <a:srgbClr val="CCFF99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26" autoAdjust="0"/>
    <p:restoredTop sz="94713" autoAdjust="0"/>
  </p:normalViewPr>
  <p:slideViewPr>
    <p:cSldViewPr snapToGrid="0">
      <p:cViewPr varScale="1">
        <p:scale>
          <a:sx n="64" d="100"/>
          <a:sy n="64" d="100"/>
        </p:scale>
        <p:origin x="1056" y="52"/>
      </p:cViewPr>
      <p:guideLst>
        <p:guide orient="horz" pos="2160"/>
        <p:guide pos="3840"/>
        <p:guide pos="2683"/>
        <p:guide pos="3613"/>
        <p:guide pos="4316"/>
        <p:guide pos="5155"/>
        <p:guide pos="5564"/>
        <p:guide pos="6131"/>
        <p:guide pos="674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21" Type="http://schemas.openxmlformats.org/officeDocument/2006/relationships/slideMaster" Target="slideMasters/slideMaster21.xml"/><Relationship Id="rId22" Type="http://schemas.openxmlformats.org/officeDocument/2006/relationships/slideMaster" Target="slideMasters/slideMaster22.xml"/><Relationship Id="rId23" Type="http://schemas.openxmlformats.org/officeDocument/2006/relationships/slideMaster" Target="slideMasters/slideMaster23.xml"/><Relationship Id="rId24" Type="http://schemas.openxmlformats.org/officeDocument/2006/relationships/slideMaster" Target="slideMasters/slideMaster24.xml"/><Relationship Id="rId25" Type="http://schemas.openxmlformats.org/officeDocument/2006/relationships/slideMaster" Target="slideMasters/slideMaster25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5EE7A1-3875-437A-B05D-B2863332313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EB997C-3976-4E82-889B-21F328EE580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jpe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1.jpe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jpe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.jpe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.jpe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.jpe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2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Relationship Id="rId2" Type="http://schemas.openxmlformats.org/officeDocument/2006/relationships/image" Target="../media/image1.jpe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1.jpe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Relationship Id="rId2" Type="http://schemas.openxmlformats.org/officeDocument/2006/relationships/image" Target="../media/image2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.jpe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.jpe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.jpe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.jpe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Relationship Id="rId2" Type="http://schemas.openxmlformats.org/officeDocument/2006/relationships/image" Target="../media/image1.jpe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Relationship Id="rId2" Type="http://schemas.openxmlformats.org/officeDocument/2006/relationships/image" Target="../media/image1.jpe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Relationship Id="rId2" Type="http://schemas.openxmlformats.org/officeDocument/2006/relationships/image" Target="../media/image1.jpe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Relationship Id="rId2" Type="http://schemas.openxmlformats.org/officeDocument/2006/relationships/image" Target="../media/image2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1.jpe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Relationship Id="rId2" Type="http://schemas.openxmlformats.org/officeDocument/2006/relationships/image" Target="../media/image2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1.jpe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Relationship Id="rId2" Type="http://schemas.openxmlformats.org/officeDocument/2006/relationships/image" Target="../media/image2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Relationship Id="rId2" Type="http://schemas.openxmlformats.org/officeDocument/2006/relationships/image" Target="../media/image1.jpe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1.jpe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2.xml"/><Relationship Id="rId2" Type="http://schemas.openxmlformats.org/officeDocument/2006/relationships/image" Target="../media/image2.png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Relationship Id="rId2" Type="http://schemas.openxmlformats.org/officeDocument/2006/relationships/image" Target="../media/image1.jpe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4.xml"/><Relationship Id="rId2" Type="http://schemas.openxmlformats.org/officeDocument/2006/relationships/image" Target="../media/image2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1.jpeg"/></Relationships>
</file>

<file path=ppt/slideLayouts/_rels/slideLayout2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5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6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6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7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7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7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8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7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7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8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‹#›</a:t>
            </a:fld>
            <a:r>
              <a:rPr lang="en-US" altLang="zh-CN" smtClean="0">
                <a:solidFill>
                  <a:prstClr val="white"/>
                </a:solidFill>
                <a:sym typeface="Arial" panose="020B06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3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7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7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2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2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3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5" y="6596119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4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8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8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9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1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5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5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0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1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3" y="6596117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  <a:t>‹#›</a:t>
            </a:fld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2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cap="none" spc="0" normalizeH="0" baseline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5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5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6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6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2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6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6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1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2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4" y="6596118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9921043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3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7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7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2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2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3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5" y="6596119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4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8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8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9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669882" y="2308883"/>
            <a:ext cx="10852237" cy="899167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5400" b="0" spc="30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669925" y="3565525"/>
            <a:ext cx="10852150" cy="801370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2400" u="none" strike="noStrike" kern="1200" cap="none" spc="10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单击此处编辑副标题</a:t>
            </a:r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1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840105" y="727710"/>
            <a:ext cx="3931920" cy="1115060"/>
          </a:xfrm>
        </p:spPr>
        <p:txBody>
          <a:bodyPr anchor="ctr" anchorCtr="0"/>
          <a:lstStyle>
            <a:lvl1pPr>
              <a:defRPr sz="32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5138420" y="727710"/>
            <a:ext cx="6172200" cy="540321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  <a:lvl2pPr marL="457200" indent="0">
              <a:buNone/>
              <a:defRPr sz="2400">
                <a:latin typeface="+mn-ea"/>
                <a:ea typeface="+mn-ea"/>
              </a:defRPr>
            </a:lvl2pPr>
            <a:lvl3pPr>
              <a:defRPr sz="2400">
                <a:latin typeface="+mn-ea"/>
                <a:ea typeface="+mn-ea"/>
              </a:defRPr>
            </a:lvl3pPr>
            <a:lvl4pPr>
              <a:defRPr sz="2400">
                <a:latin typeface="+mn-ea"/>
                <a:ea typeface="+mn-ea"/>
              </a:defRPr>
            </a:lvl4pPr>
            <a:lvl5pPr>
              <a:defRPr sz="2400">
                <a:latin typeface="+mn-ea"/>
                <a:ea typeface="+mn-ea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单击此处编辑正文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840105" y="2239647"/>
            <a:ext cx="3931920" cy="3891915"/>
          </a:xfrm>
        </p:spPr>
        <p:txBody>
          <a:bodyPr/>
          <a:lstStyle>
            <a:lvl1pPr marL="342900" indent="-342900">
              <a:buFont typeface="Arial" panose="020B0604020202020204" pitchFamily="34" charset="0"/>
              <a:buChar char="•"/>
              <a:defRPr sz="2400">
                <a:latin typeface="+mn-ea"/>
                <a:ea typeface="+mn-ea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669925" y="5605147"/>
            <a:ext cx="10852150" cy="558165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669925" y="641352"/>
            <a:ext cx="10852150" cy="4556125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2" y="0"/>
            <a:ext cx="12196445" cy="686816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457200" marR="0" lvl="1" indent="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None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467995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6287770" y="565150"/>
            <a:ext cx="5400040" cy="5727700"/>
          </a:xfrm>
        </p:spPr>
        <p:txBody>
          <a:bodyPr vert="horz" lIns="101600" tIns="0" rIns="82550" bIns="0" rtlCol="0">
            <a:noAutofit/>
          </a:bodyPr>
          <a:lstStyle>
            <a:lvl1pPr marL="228600" marR="0" lvl="0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685800" marR="0" lvl="1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tabLst>
                <a:tab pos="804545" algn="l"/>
              </a:tabLst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1143000" marR="0" lvl="2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600200" marR="0" lvl="3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2057400" marR="0" lvl="4" indent="-228600" algn="l" defTabSz="4572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  <a:defRPr kumimoji="0" lang="zh-CN" altLang="en-US" sz="2400" b="0" i="0" u="none" strike="noStrike" kern="1200" cap="none" spc="75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单击此处编辑正文</a:t>
            </a:r>
          </a:p>
        </p:txBody>
      </p:sp>
    </p:spTree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9882" y="623593"/>
            <a:ext cx="10852237" cy="899167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457200" rtl="0" eaLnBrk="1" fontAlgn="auto" latinLnBrk="0" hangingPunct="1">
              <a:lnSpc>
                <a:spcPct val="100000"/>
              </a:lnSpc>
              <a:buNone/>
              <a:defRPr kumimoji="0" lang="zh-CN" altLang="en-US" sz="3200" b="0" i="0" u="none" strike="noStrike" kern="1200" cap="none" spc="30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</p:spTree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5564825" y="6596119"/>
            <a:ext cx="732473" cy="161583"/>
          </a:xfrm>
        </p:spPr>
        <p:txBody>
          <a:bodyPr wrap="square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smtClean="0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  <a:t>‹#›</a:t>
            </a:fld>
            <a:r>
              <a:rPr lang="en-US" altLang="zh-CN" smtClean="0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9921044" y="6576881"/>
            <a:ext cx="2534195" cy="200055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2860" tIns="22860" rIns="22860" bIns="22860" numCol="1" spcCol="38100" rtlCol="0" anchor="t">
            <a:spAutoFit/>
          </a:bodyPr>
          <a:lstStyle/>
          <a:p>
            <a:pPr marL="0" marR="0" lvl="0" indent="0" algn="ctr" defTabSz="41275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703020204020201" pitchFamily="34" charset="-122"/>
                <a:ea typeface="微软雅黑" panose="020B0703020204020201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</a:p>
        </p:txBody>
      </p:sp>
      <p:cxnSp>
        <p:nvCxnSpPr>
          <p:cNvPr id="9" name="直线连接符 3"/>
          <p:cNvCxnSpPr/>
          <p:nvPr/>
        </p:nvCxnSpPr>
        <p:spPr>
          <a:xfrm>
            <a:off x="3270031" y="915024"/>
            <a:ext cx="856512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3493453" y="655002"/>
            <a:ext cx="8698548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6474358"/>
            <a:ext cx="12192000" cy="284693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11360945" y="6474358"/>
            <a:ext cx="831056" cy="28469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9050" tIns="19050" rIns="19050" bIns="19050" numCol="1" spcCol="38100" rtlCol="0" anchor="ctr" forceAA="0">
            <a:spAutoFit/>
          </a:bodyPr>
          <a:lstStyle/>
          <a:p>
            <a:pPr marL="0" marR="0" lvl="0" indent="0" algn="ctr" defTabSz="4127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6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16255" y="304169"/>
            <a:ext cx="2648903" cy="52641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slideLayout" Target="../slideLayouts/slideLayout49.xml"/><Relationship Id="rId7" Type="http://schemas.openxmlformats.org/officeDocument/2006/relationships/slideLayout" Target="../slideLayouts/slideLayout50.xml"/><Relationship Id="rId8" Type="http://schemas.openxmlformats.org/officeDocument/2006/relationships/slideLayout" Target="../slideLayouts/slideLayout51.xml"/><Relationship Id="rId9" Type="http://schemas.openxmlformats.org/officeDocument/2006/relationships/slideLayout" Target="../slideLayouts/slideLayout52.xml"/><Relationship Id="rId10" Type="http://schemas.openxmlformats.org/officeDocument/2006/relationships/slideLayout" Target="../slideLayouts/slideLayout53.xml"/><Relationship Id="rId11" Type="http://schemas.openxmlformats.org/officeDocument/2006/relationships/slideLayout" Target="../slideLayouts/slideLayout54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slideLayout" Target="../slideLayouts/slideLayout56.xml"/><Relationship Id="rId3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0.xml"/><Relationship Id="rId7" Type="http://schemas.openxmlformats.org/officeDocument/2006/relationships/slideLayout" Target="../slideLayouts/slideLayout61.xml"/><Relationship Id="rId8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4.xml"/><Relationship Id="rId11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slideLayout" Target="../slideLayouts/slideLayout67.xml"/><Relationship Id="rId4" Type="http://schemas.openxmlformats.org/officeDocument/2006/relationships/slideLayout" Target="../slideLayouts/slideLayout68.xml"/><Relationship Id="rId5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0.xml"/><Relationship Id="rId7" Type="http://schemas.openxmlformats.org/officeDocument/2006/relationships/slideLayout" Target="../slideLayouts/slideLayout71.xml"/><Relationship Id="rId8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74.xml"/><Relationship Id="rId11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9.xml"/><Relationship Id="rId6" Type="http://schemas.openxmlformats.org/officeDocument/2006/relationships/slideLayout" Target="../slideLayouts/slideLayout80.xml"/><Relationship Id="rId7" Type="http://schemas.openxmlformats.org/officeDocument/2006/relationships/slideLayout" Target="../slideLayouts/slideLayout81.xml"/><Relationship Id="rId8" Type="http://schemas.openxmlformats.org/officeDocument/2006/relationships/slideLayout" Target="../slideLayouts/slideLayout82.xml"/><Relationship Id="rId9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84.xml"/><Relationship Id="rId11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slideLayout" Target="../slideLayouts/slideLayout107.xml"/><Relationship Id="rId3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1.xml"/><Relationship Id="rId7" Type="http://schemas.openxmlformats.org/officeDocument/2006/relationships/slideLayout" Target="../slideLayouts/slideLayout112.xml"/><Relationship Id="rId8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16.xml"/><Relationship Id="rId1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18.xml"/><Relationship Id="rId3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21.xml"/><Relationship Id="rId6" Type="http://schemas.openxmlformats.org/officeDocument/2006/relationships/slideLayout" Target="../slideLayouts/slideLayout122.xml"/><Relationship Id="rId7" Type="http://schemas.openxmlformats.org/officeDocument/2006/relationships/slideLayout" Target="../slideLayouts/slideLayout123.xml"/><Relationship Id="rId8" Type="http://schemas.openxmlformats.org/officeDocument/2006/relationships/slideLayout" Target="../slideLayouts/slideLayout124.xml"/><Relationship Id="rId9" Type="http://schemas.openxmlformats.org/officeDocument/2006/relationships/slideLayout" Target="../slideLayouts/slideLayout125.xml"/><Relationship Id="rId10" Type="http://schemas.openxmlformats.org/officeDocument/2006/relationships/slideLayout" Target="../slideLayouts/slideLayout126.xml"/><Relationship Id="rId11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7.xml"/><Relationship Id="rId2" Type="http://schemas.openxmlformats.org/officeDocument/2006/relationships/slideLayout" Target="../slideLayouts/slideLayout128.xml"/><Relationship Id="rId3" Type="http://schemas.openxmlformats.org/officeDocument/2006/relationships/slideLayout" Target="../slideLayouts/slideLayout129.xml"/><Relationship Id="rId4" Type="http://schemas.openxmlformats.org/officeDocument/2006/relationships/slideLayout" Target="../slideLayouts/slideLayout130.xml"/><Relationship Id="rId5" Type="http://schemas.openxmlformats.org/officeDocument/2006/relationships/slideLayout" Target="../slideLayouts/slideLayout131.xml"/><Relationship Id="rId6" Type="http://schemas.openxmlformats.org/officeDocument/2006/relationships/slideLayout" Target="../slideLayouts/slideLayout132.xml"/><Relationship Id="rId7" Type="http://schemas.openxmlformats.org/officeDocument/2006/relationships/slideLayout" Target="../slideLayouts/slideLayout133.xml"/><Relationship Id="rId8" Type="http://schemas.openxmlformats.org/officeDocument/2006/relationships/slideLayout" Target="../slideLayouts/slideLayout134.xml"/><Relationship Id="rId9" Type="http://schemas.openxmlformats.org/officeDocument/2006/relationships/slideLayout" Target="../slideLayouts/slideLayout135.xml"/><Relationship Id="rId10" Type="http://schemas.openxmlformats.org/officeDocument/2006/relationships/slideLayout" Target="../slideLayouts/slideLayout136.xml"/><Relationship Id="rId11" Type="http://schemas.openxmlformats.org/officeDocument/2006/relationships/slideLayout" Target="../slideLayouts/slideLayout137.xml"/><Relationship Id="rId12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8.xml"/><Relationship Id="rId2" Type="http://schemas.openxmlformats.org/officeDocument/2006/relationships/slideLayout" Target="../slideLayouts/slideLayout139.xml"/><Relationship Id="rId3" Type="http://schemas.openxmlformats.org/officeDocument/2006/relationships/slideLayout" Target="../slideLayouts/slideLayout140.xml"/><Relationship Id="rId4" Type="http://schemas.openxmlformats.org/officeDocument/2006/relationships/slideLayout" Target="../slideLayouts/slideLayout141.xml"/><Relationship Id="rId5" Type="http://schemas.openxmlformats.org/officeDocument/2006/relationships/slideLayout" Target="../slideLayouts/slideLayout142.xml"/><Relationship Id="rId6" Type="http://schemas.openxmlformats.org/officeDocument/2006/relationships/slideLayout" Target="../slideLayouts/slideLayout143.xml"/><Relationship Id="rId7" Type="http://schemas.openxmlformats.org/officeDocument/2006/relationships/slideLayout" Target="../slideLayouts/slideLayout144.xml"/><Relationship Id="rId8" Type="http://schemas.openxmlformats.org/officeDocument/2006/relationships/slideLayout" Target="../slideLayouts/slideLayout145.xml"/><Relationship Id="rId9" Type="http://schemas.openxmlformats.org/officeDocument/2006/relationships/slideLayout" Target="../slideLayouts/slideLayout146.xml"/><Relationship Id="rId10" Type="http://schemas.openxmlformats.org/officeDocument/2006/relationships/slideLayout" Target="../slideLayouts/slideLayout147.xml"/><Relationship Id="rId11" Type="http://schemas.openxmlformats.org/officeDocument/2006/relationships/slideLayout" Target="../slideLayouts/slideLayout148.xml"/><Relationship Id="rId12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9.xml"/><Relationship Id="rId2" Type="http://schemas.openxmlformats.org/officeDocument/2006/relationships/slideLayout" Target="../slideLayouts/slideLayout150.xml"/><Relationship Id="rId3" Type="http://schemas.openxmlformats.org/officeDocument/2006/relationships/slideLayout" Target="../slideLayouts/slideLayout151.xml"/><Relationship Id="rId4" Type="http://schemas.openxmlformats.org/officeDocument/2006/relationships/slideLayout" Target="../slideLayouts/slideLayout152.xml"/><Relationship Id="rId5" Type="http://schemas.openxmlformats.org/officeDocument/2006/relationships/slideLayout" Target="../slideLayouts/slideLayout153.xml"/><Relationship Id="rId6" Type="http://schemas.openxmlformats.org/officeDocument/2006/relationships/slideLayout" Target="../slideLayouts/slideLayout154.xml"/><Relationship Id="rId7" Type="http://schemas.openxmlformats.org/officeDocument/2006/relationships/slideLayout" Target="../slideLayouts/slideLayout155.xml"/><Relationship Id="rId8" Type="http://schemas.openxmlformats.org/officeDocument/2006/relationships/slideLayout" Target="../slideLayouts/slideLayout156.xml"/><Relationship Id="rId9" Type="http://schemas.openxmlformats.org/officeDocument/2006/relationships/slideLayout" Target="../slideLayouts/slideLayout157.xml"/><Relationship Id="rId10" Type="http://schemas.openxmlformats.org/officeDocument/2006/relationships/slideLayout" Target="../slideLayouts/slideLayout158.xml"/><Relationship Id="rId11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9.xml"/><Relationship Id="rId2" Type="http://schemas.openxmlformats.org/officeDocument/2006/relationships/slideLayout" Target="../slideLayouts/slideLayout160.xml"/><Relationship Id="rId3" Type="http://schemas.openxmlformats.org/officeDocument/2006/relationships/slideLayout" Target="../slideLayouts/slideLayout161.xml"/><Relationship Id="rId4" Type="http://schemas.openxmlformats.org/officeDocument/2006/relationships/slideLayout" Target="../slideLayouts/slideLayout162.xml"/><Relationship Id="rId5" Type="http://schemas.openxmlformats.org/officeDocument/2006/relationships/slideLayout" Target="../slideLayouts/slideLayout163.xml"/><Relationship Id="rId6" Type="http://schemas.openxmlformats.org/officeDocument/2006/relationships/slideLayout" Target="../slideLayouts/slideLayout164.xml"/><Relationship Id="rId7" Type="http://schemas.openxmlformats.org/officeDocument/2006/relationships/slideLayout" Target="../slideLayouts/slideLayout165.xml"/><Relationship Id="rId8" Type="http://schemas.openxmlformats.org/officeDocument/2006/relationships/slideLayout" Target="../slideLayouts/slideLayout166.xml"/><Relationship Id="rId9" Type="http://schemas.openxmlformats.org/officeDocument/2006/relationships/slideLayout" Target="../slideLayouts/slideLayout167.xml"/><Relationship Id="rId10" Type="http://schemas.openxmlformats.org/officeDocument/2006/relationships/slideLayout" Target="../slideLayouts/slideLayout168.xml"/><Relationship Id="rId11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70.xml"/><Relationship Id="rId3" Type="http://schemas.openxmlformats.org/officeDocument/2006/relationships/slideLayout" Target="../slideLayouts/slideLayout171.xml"/><Relationship Id="rId4" Type="http://schemas.openxmlformats.org/officeDocument/2006/relationships/slideLayout" Target="../slideLayouts/slideLayout172.xml"/><Relationship Id="rId5" Type="http://schemas.openxmlformats.org/officeDocument/2006/relationships/slideLayout" Target="../slideLayouts/slideLayout173.xml"/><Relationship Id="rId6" Type="http://schemas.openxmlformats.org/officeDocument/2006/relationships/slideLayout" Target="../slideLayouts/slideLayout174.xml"/><Relationship Id="rId7" Type="http://schemas.openxmlformats.org/officeDocument/2006/relationships/slideLayout" Target="../slideLayouts/slideLayout175.xml"/><Relationship Id="rId8" Type="http://schemas.openxmlformats.org/officeDocument/2006/relationships/slideLayout" Target="../slideLayouts/slideLayout176.xml"/><Relationship Id="rId9" Type="http://schemas.openxmlformats.org/officeDocument/2006/relationships/slideLayout" Target="../slideLayouts/slideLayout177.xml"/><Relationship Id="rId10" Type="http://schemas.openxmlformats.org/officeDocument/2006/relationships/slideLayout" Target="../slideLayouts/slideLayout178.xml"/><Relationship Id="rId11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9.xml"/><Relationship Id="rId2" Type="http://schemas.openxmlformats.org/officeDocument/2006/relationships/slideLayout" Target="../slideLayouts/slideLayout180.xml"/><Relationship Id="rId3" Type="http://schemas.openxmlformats.org/officeDocument/2006/relationships/slideLayout" Target="../slideLayouts/slideLayout181.xml"/><Relationship Id="rId4" Type="http://schemas.openxmlformats.org/officeDocument/2006/relationships/slideLayout" Target="../slideLayouts/slideLayout182.xml"/><Relationship Id="rId5" Type="http://schemas.openxmlformats.org/officeDocument/2006/relationships/slideLayout" Target="../slideLayouts/slideLayout183.xml"/><Relationship Id="rId6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5.xml"/><Relationship Id="rId8" Type="http://schemas.openxmlformats.org/officeDocument/2006/relationships/slideLayout" Target="../slideLayouts/slideLayout186.xml"/><Relationship Id="rId9" Type="http://schemas.openxmlformats.org/officeDocument/2006/relationships/slideLayout" Target="../slideLayouts/slideLayout187.xml"/><Relationship Id="rId10" Type="http://schemas.openxmlformats.org/officeDocument/2006/relationships/slideLayout" Target="../slideLayouts/slideLayout188.xml"/><Relationship Id="rId11" Type="http://schemas.openxmlformats.org/officeDocument/2006/relationships/slideLayout" Target="../slideLayouts/slideLayout189.xml"/><Relationship Id="rId12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0.xml"/><Relationship Id="rId2" Type="http://schemas.openxmlformats.org/officeDocument/2006/relationships/slideLayout" Target="../slideLayouts/slideLayout191.xml"/><Relationship Id="rId3" Type="http://schemas.openxmlformats.org/officeDocument/2006/relationships/slideLayout" Target="../slideLayouts/slideLayout192.xml"/><Relationship Id="rId4" Type="http://schemas.openxmlformats.org/officeDocument/2006/relationships/slideLayout" Target="../slideLayouts/slideLayout193.xml"/><Relationship Id="rId5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5.xml"/><Relationship Id="rId7" Type="http://schemas.openxmlformats.org/officeDocument/2006/relationships/slideLayout" Target="../slideLayouts/slideLayout196.xml"/><Relationship Id="rId8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0.xml"/><Relationship Id="rId12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1.xml"/><Relationship Id="rId2" Type="http://schemas.openxmlformats.org/officeDocument/2006/relationships/slideLayout" Target="../slideLayouts/slideLayout202.xml"/><Relationship Id="rId3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205.xml"/><Relationship Id="rId6" Type="http://schemas.openxmlformats.org/officeDocument/2006/relationships/slideLayout" Target="../slideLayouts/slideLayout206.xml"/><Relationship Id="rId7" Type="http://schemas.openxmlformats.org/officeDocument/2006/relationships/slideLayout" Target="../slideLayouts/slideLayout207.xml"/><Relationship Id="rId8" Type="http://schemas.openxmlformats.org/officeDocument/2006/relationships/slideLayout" Target="../slideLayouts/slideLayout208.xml"/><Relationship Id="rId9" Type="http://schemas.openxmlformats.org/officeDocument/2006/relationships/slideLayout" Target="../slideLayouts/slideLayout209.xml"/><Relationship Id="rId10" Type="http://schemas.openxmlformats.org/officeDocument/2006/relationships/slideLayout" Target="../slideLayouts/slideLayout210.xml"/><Relationship Id="rId11" Type="http://schemas.openxmlformats.org/officeDocument/2006/relationships/slideLayout" Target="../slideLayouts/slideLayout211.xml"/><Relationship Id="rId12" Type="http://schemas.openxmlformats.org/officeDocument/2006/relationships/theme" Target="../theme/theme20.xml"/></Relationships>
</file>

<file path=ppt/slideMasters/_rels/slideMaster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2.xml"/><Relationship Id="rId2" Type="http://schemas.openxmlformats.org/officeDocument/2006/relationships/slideLayout" Target="../slideLayouts/slideLayout213.xml"/><Relationship Id="rId3" Type="http://schemas.openxmlformats.org/officeDocument/2006/relationships/slideLayout" Target="../slideLayouts/slideLayout214.xml"/><Relationship Id="rId4" Type="http://schemas.openxmlformats.org/officeDocument/2006/relationships/slideLayout" Target="../slideLayouts/slideLayout215.xml"/><Relationship Id="rId5" Type="http://schemas.openxmlformats.org/officeDocument/2006/relationships/slideLayout" Target="../slideLayouts/slideLayout216.xml"/><Relationship Id="rId6" Type="http://schemas.openxmlformats.org/officeDocument/2006/relationships/slideLayout" Target="../slideLayouts/slideLayout217.xml"/><Relationship Id="rId7" Type="http://schemas.openxmlformats.org/officeDocument/2006/relationships/slideLayout" Target="../slideLayouts/slideLayout218.xml"/><Relationship Id="rId8" Type="http://schemas.openxmlformats.org/officeDocument/2006/relationships/slideLayout" Target="../slideLayouts/slideLayout219.xml"/><Relationship Id="rId9" Type="http://schemas.openxmlformats.org/officeDocument/2006/relationships/slideLayout" Target="../slideLayouts/slideLayout220.xml"/><Relationship Id="rId10" Type="http://schemas.openxmlformats.org/officeDocument/2006/relationships/slideLayout" Target="../slideLayouts/slideLayout221.xml"/><Relationship Id="rId11" Type="http://schemas.openxmlformats.org/officeDocument/2006/relationships/slideLayout" Target="../slideLayouts/slideLayout222.xml"/><Relationship Id="rId12" Type="http://schemas.openxmlformats.org/officeDocument/2006/relationships/theme" Target="../theme/theme21.xml"/></Relationships>
</file>

<file path=ppt/slideMasters/_rels/slideMaster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3.xml"/><Relationship Id="rId2" Type="http://schemas.openxmlformats.org/officeDocument/2006/relationships/slideLayout" Target="../slideLayouts/slideLayout224.xml"/><Relationship Id="rId3" Type="http://schemas.openxmlformats.org/officeDocument/2006/relationships/slideLayout" Target="../slideLayouts/slideLayout225.xml"/><Relationship Id="rId4" Type="http://schemas.openxmlformats.org/officeDocument/2006/relationships/slideLayout" Target="../slideLayouts/slideLayout226.xml"/><Relationship Id="rId5" Type="http://schemas.openxmlformats.org/officeDocument/2006/relationships/slideLayout" Target="../slideLayouts/slideLayout227.xml"/><Relationship Id="rId6" Type="http://schemas.openxmlformats.org/officeDocument/2006/relationships/slideLayout" Target="../slideLayouts/slideLayout228.xml"/><Relationship Id="rId7" Type="http://schemas.openxmlformats.org/officeDocument/2006/relationships/slideLayout" Target="../slideLayouts/slideLayout229.xml"/><Relationship Id="rId8" Type="http://schemas.openxmlformats.org/officeDocument/2006/relationships/slideLayout" Target="../slideLayouts/slideLayout230.xml"/><Relationship Id="rId9" Type="http://schemas.openxmlformats.org/officeDocument/2006/relationships/slideLayout" Target="../slideLayouts/slideLayout231.xml"/><Relationship Id="rId10" Type="http://schemas.openxmlformats.org/officeDocument/2006/relationships/slideLayout" Target="../slideLayouts/slideLayout232.xml"/><Relationship Id="rId11" Type="http://schemas.openxmlformats.org/officeDocument/2006/relationships/slideLayout" Target="../slideLayouts/slideLayout233.xml"/><Relationship Id="rId12" Type="http://schemas.openxmlformats.org/officeDocument/2006/relationships/theme" Target="../theme/theme22.xml"/></Relationships>
</file>

<file path=ppt/slideMasters/_rels/slideMaster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4.xml"/><Relationship Id="rId2" Type="http://schemas.openxmlformats.org/officeDocument/2006/relationships/slideLayout" Target="../slideLayouts/slideLayout235.xml"/><Relationship Id="rId3" Type="http://schemas.openxmlformats.org/officeDocument/2006/relationships/slideLayout" Target="../slideLayouts/slideLayout236.xml"/><Relationship Id="rId4" Type="http://schemas.openxmlformats.org/officeDocument/2006/relationships/slideLayout" Target="../slideLayouts/slideLayout237.xml"/><Relationship Id="rId5" Type="http://schemas.openxmlformats.org/officeDocument/2006/relationships/slideLayout" Target="../slideLayouts/slideLayout238.xml"/><Relationship Id="rId6" Type="http://schemas.openxmlformats.org/officeDocument/2006/relationships/slideLayout" Target="../slideLayouts/slideLayout239.xml"/><Relationship Id="rId7" Type="http://schemas.openxmlformats.org/officeDocument/2006/relationships/slideLayout" Target="../slideLayouts/slideLayout240.xml"/><Relationship Id="rId8" Type="http://schemas.openxmlformats.org/officeDocument/2006/relationships/slideLayout" Target="../slideLayouts/slideLayout241.xml"/><Relationship Id="rId9" Type="http://schemas.openxmlformats.org/officeDocument/2006/relationships/slideLayout" Target="../slideLayouts/slideLayout242.xml"/><Relationship Id="rId10" Type="http://schemas.openxmlformats.org/officeDocument/2006/relationships/slideLayout" Target="../slideLayouts/slideLayout243.xml"/><Relationship Id="rId11" Type="http://schemas.openxmlformats.org/officeDocument/2006/relationships/theme" Target="../theme/theme23.xml"/></Relationships>
</file>

<file path=ppt/slideMasters/_rels/slideMaster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4.xml"/><Relationship Id="rId2" Type="http://schemas.openxmlformats.org/officeDocument/2006/relationships/slideLayout" Target="../slideLayouts/slideLayout245.xml"/><Relationship Id="rId3" Type="http://schemas.openxmlformats.org/officeDocument/2006/relationships/slideLayout" Target="../slideLayouts/slideLayout246.xml"/><Relationship Id="rId4" Type="http://schemas.openxmlformats.org/officeDocument/2006/relationships/slideLayout" Target="../slideLayouts/slideLayout247.xml"/><Relationship Id="rId5" Type="http://schemas.openxmlformats.org/officeDocument/2006/relationships/slideLayout" Target="../slideLayouts/slideLayout248.xml"/><Relationship Id="rId6" Type="http://schemas.openxmlformats.org/officeDocument/2006/relationships/slideLayout" Target="../slideLayouts/slideLayout249.xml"/><Relationship Id="rId7" Type="http://schemas.openxmlformats.org/officeDocument/2006/relationships/slideLayout" Target="../slideLayouts/slideLayout250.xml"/><Relationship Id="rId8" Type="http://schemas.openxmlformats.org/officeDocument/2006/relationships/slideLayout" Target="../slideLayouts/slideLayout251.xml"/><Relationship Id="rId9" Type="http://schemas.openxmlformats.org/officeDocument/2006/relationships/slideLayout" Target="../slideLayouts/slideLayout252.xml"/><Relationship Id="rId10" Type="http://schemas.openxmlformats.org/officeDocument/2006/relationships/slideLayout" Target="../slideLayouts/slideLayout253.xml"/><Relationship Id="rId11" Type="http://schemas.openxmlformats.org/officeDocument/2006/relationships/slideLayout" Target="../slideLayouts/slideLayout254.xml"/><Relationship Id="rId12" Type="http://schemas.openxmlformats.org/officeDocument/2006/relationships/theme" Target="../theme/theme24.xml"/></Relationships>
</file>

<file path=ppt/slideMasters/_rels/slideMaster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5.xml"/><Relationship Id="rId2" Type="http://schemas.openxmlformats.org/officeDocument/2006/relationships/slideLayout" Target="../slideLayouts/slideLayout256.xml"/><Relationship Id="rId3" Type="http://schemas.openxmlformats.org/officeDocument/2006/relationships/slideLayout" Target="../slideLayouts/slideLayout257.xml"/><Relationship Id="rId4" Type="http://schemas.openxmlformats.org/officeDocument/2006/relationships/slideLayout" Target="../slideLayouts/slideLayout258.xml"/><Relationship Id="rId5" Type="http://schemas.openxmlformats.org/officeDocument/2006/relationships/slideLayout" Target="../slideLayouts/slideLayout259.xml"/><Relationship Id="rId6" Type="http://schemas.openxmlformats.org/officeDocument/2006/relationships/slideLayout" Target="../slideLayouts/slideLayout260.xml"/><Relationship Id="rId7" Type="http://schemas.openxmlformats.org/officeDocument/2006/relationships/slideLayout" Target="../slideLayouts/slideLayout261.xml"/><Relationship Id="rId8" Type="http://schemas.openxmlformats.org/officeDocument/2006/relationships/slideLayout" Target="../slideLayouts/slideLayout262.xml"/><Relationship Id="rId9" Type="http://schemas.openxmlformats.org/officeDocument/2006/relationships/slideLayout" Target="../slideLayouts/slideLayout263.xml"/><Relationship Id="rId10" Type="http://schemas.openxmlformats.org/officeDocument/2006/relationships/slideLayout" Target="../slideLayouts/slideLayout264.xml"/><Relationship Id="rId11" Type="http://schemas.openxmlformats.org/officeDocument/2006/relationships/slideLayout" Target="../slideLayouts/slideLayout265.xml"/><Relationship Id="rId12" Type="http://schemas.openxmlformats.org/officeDocument/2006/relationships/theme" Target="../theme/theme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  <p:sldLayoutId id="2147483751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>
              <a:spcBef>
                <a:spcPct val="0"/>
              </a:spcBef>
              <a:spcAft>
                <a:spcPct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77" r:id="rId2"/>
    <p:sldLayoutId id="2147483778" r:id="rId3"/>
    <p:sldLayoutId id="2147483779" r:id="rId4"/>
    <p:sldLayoutId id="2147483780" r:id="rId5"/>
    <p:sldLayoutId id="2147483781" r:id="rId6"/>
    <p:sldLayoutId id="2147483782" r:id="rId7"/>
    <p:sldLayoutId id="2147483783" r:id="rId8"/>
    <p:sldLayoutId id="2147483784" r:id="rId9"/>
    <p:sldLayoutId id="2147483785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12" r:id="rId2"/>
    <p:sldLayoutId id="2147483813" r:id="rId3"/>
    <p:sldLayoutId id="2147483814" r:id="rId4"/>
    <p:sldLayoutId id="2147483815" r:id="rId5"/>
    <p:sldLayoutId id="2147483816" r:id="rId6"/>
    <p:sldLayoutId id="2147483817" r:id="rId7"/>
    <p:sldLayoutId id="2147483818" r:id="rId8"/>
    <p:sldLayoutId id="2147483819" r:id="rId9"/>
    <p:sldLayoutId id="2147483820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41275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sym typeface="Arial" panose="020B0604020202020204" pitchFamily="34" charset="0"/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8" r:id="rId1"/>
    <p:sldLayoutId id="2147483869" r:id="rId2"/>
    <p:sldLayoutId id="2147483870" r:id="rId3"/>
    <p:sldLayoutId id="2147483871" r:id="rId4"/>
    <p:sldLayoutId id="2147483872" r:id="rId5"/>
    <p:sldLayoutId id="2147483873" r:id="rId6"/>
    <p:sldLayoutId id="2147483874" r:id="rId7"/>
    <p:sldLayoutId id="2147483875" r:id="rId8"/>
    <p:sldLayoutId id="2147483876" r:id="rId9"/>
    <p:sldLayoutId id="2147483877" r:id="rId10"/>
    <p:sldLayoutId id="2147483878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0" r:id="rId1"/>
    <p:sldLayoutId id="2147483881" r:id="rId2"/>
    <p:sldLayoutId id="2147483882" r:id="rId3"/>
    <p:sldLayoutId id="2147483883" r:id="rId4"/>
    <p:sldLayoutId id="2147483884" r:id="rId5"/>
    <p:sldLayoutId id="2147483885" r:id="rId6"/>
    <p:sldLayoutId id="2147483886" r:id="rId7"/>
    <p:sldLayoutId id="2147483887" r:id="rId8"/>
    <p:sldLayoutId id="2147483888" r:id="rId9"/>
    <p:sldLayoutId id="2147483889" r:id="rId10"/>
    <p:sldLayoutId id="2147483890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0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5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5" r:id="rId2"/>
    <p:sldLayoutId id="2147483906" r:id="rId3"/>
    <p:sldLayoutId id="2147483907" r:id="rId4"/>
    <p:sldLayoutId id="2147483908" r:id="rId5"/>
    <p:sldLayoutId id="2147483909" r:id="rId6"/>
    <p:sldLayoutId id="2147483910" r:id="rId7"/>
    <p:sldLayoutId id="2147483911" r:id="rId8"/>
    <p:sldLayoutId id="2147483912" r:id="rId9"/>
    <p:sldLayoutId id="2147483913" r:id="rId10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5" r:id="rId1"/>
    <p:sldLayoutId id="2147483916" r:id="rId2"/>
    <p:sldLayoutId id="2147483917" r:id="rId3"/>
    <p:sldLayoutId id="2147483918" r:id="rId4"/>
    <p:sldLayoutId id="2147483919" r:id="rId5"/>
    <p:sldLayoutId id="2147483920" r:id="rId6"/>
    <p:sldLayoutId id="2147483921" r:id="rId7"/>
    <p:sldLayoutId id="2147483922" r:id="rId8"/>
    <p:sldLayoutId id="2147483923" r:id="rId9"/>
    <p:sldLayoutId id="2147483924" r:id="rId10"/>
    <p:sldLayoutId id="2147483925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1275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669882" y="581225"/>
            <a:ext cx="10852237" cy="648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669925" y="1508126"/>
            <a:ext cx="10852150" cy="474916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/>
              <a:t>单击此处编辑正文</a:t>
            </a: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7" r:id="rId1"/>
    <p:sldLayoutId id="2147483928" r:id="rId2"/>
    <p:sldLayoutId id="2147483929" r:id="rId3"/>
    <p:sldLayoutId id="2147483930" r:id="rId4"/>
    <p:sldLayoutId id="2147483931" r:id="rId5"/>
    <p:sldLayoutId id="2147483932" r:id="rId6"/>
    <p:sldLayoutId id="2147483933" r:id="rId7"/>
    <p:sldLayoutId id="2147483934" r:id="rId8"/>
    <p:sldLayoutId id="2147483935" r:id="rId9"/>
    <p:sldLayoutId id="2147483936" r:id="rId10"/>
    <p:sldLayoutId id="2147483937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800" b="1" u="none" strike="noStrike" kern="1200" cap="none" spc="10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ct val="1000"/>
        </a:spcBef>
        <a:spcAft>
          <a:spcPts val="500"/>
        </a:spcAft>
        <a:buFont typeface="Arial" panose="020B0604020202020204" pitchFamily="34" charset="0"/>
        <a:buChar char="•"/>
        <a:defRPr sz="1600" u="none" strike="noStrike" kern="1200" cap="none" spc="75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CN" smtClean="0"/>
              <a:t>-</a:t>
            </a:r>
            <a:fld id="{FAEDECE0-B3E3-4E93-9B91-9F10B30F5B07}" type="slidenum">
              <a:rPr lang="en-US" altLang="zh-CN" smtClean="0"/>
              <a:t>1</a:t>
            </a:fld>
            <a:r>
              <a:rPr lang="en-US" altLang="zh-CN" smtClean="0"/>
              <a:t>-</a:t>
            </a:r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7343934" y="505934"/>
            <a:ext cx="46560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</a:rPr>
              <a:t>Passivation </a:t>
            </a:r>
            <a:r>
              <a:rPr lang="en-US" altLang="zh-CN" b="1" dirty="0" smtClean="0">
                <a:solidFill>
                  <a:srgbClr val="002060"/>
                </a:solidFill>
              </a:rPr>
              <a:t>Timeline for Equipment train</a:t>
            </a:r>
            <a:endParaRPr lang="zh-CN" altLang="en-US" b="1" dirty="0">
              <a:solidFill>
                <a:srgbClr val="002060"/>
              </a:solidFill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6027589"/>
              </p:ext>
            </p:extLst>
          </p:nvPr>
        </p:nvGraphicFramePr>
        <p:xfrm>
          <a:off x="657682" y="1379481"/>
          <a:ext cx="10700590" cy="36795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768">
                  <a:extLst>
                    <a:ext uri="{9D8B030D-6E8A-4147-A177-3AD203B41FA5}">
                      <a16:colId xmlns:a16="http://schemas.microsoft.com/office/drawing/2014/main" val="702991439"/>
                    </a:ext>
                  </a:extLst>
                </a:gridCol>
                <a:gridCol w="1095829">
                  <a:extLst>
                    <a:ext uri="{9D8B030D-6E8A-4147-A177-3AD203B41FA5}">
                      <a16:colId xmlns:a16="http://schemas.microsoft.com/office/drawing/2014/main" val="970268549"/>
                    </a:ext>
                  </a:extLst>
                </a:gridCol>
                <a:gridCol w="2520034">
                  <a:extLst>
                    <a:ext uri="{9D8B030D-6E8A-4147-A177-3AD203B41FA5}">
                      <a16:colId xmlns:a16="http://schemas.microsoft.com/office/drawing/2014/main" val="158641279"/>
                    </a:ext>
                  </a:extLst>
                </a:gridCol>
                <a:gridCol w="2568620">
                  <a:extLst>
                    <a:ext uri="{9D8B030D-6E8A-4147-A177-3AD203B41FA5}">
                      <a16:colId xmlns:a16="http://schemas.microsoft.com/office/drawing/2014/main" val="2381673757"/>
                    </a:ext>
                  </a:extLst>
                </a:gridCol>
                <a:gridCol w="2321339">
                  <a:extLst>
                    <a:ext uri="{9D8B030D-6E8A-4147-A177-3AD203B41FA5}">
                      <a16:colId xmlns:a16="http://schemas.microsoft.com/office/drawing/2014/main" val="1256024133"/>
                    </a:ext>
                  </a:extLst>
                </a:gridCol>
              </a:tblGrid>
              <a:tr h="438318">
                <a:tc>
                  <a:txBody>
                    <a:bodyPr/>
                    <a:lstStyle/>
                    <a:p>
                      <a:pPr algn="ctr"/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Step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Passivation Completion</a:t>
                      </a:r>
                      <a:r>
                        <a:rPr lang="en-US" altLang="zh-CN" sz="1400" baseline="0" dirty="0" smtClean="0"/>
                        <a:t> Date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Solvent Run</a:t>
                      </a:r>
                      <a:r>
                        <a:rPr lang="zh-CN" altLang="en-US" sz="1400" baseline="0" dirty="0" smtClean="0"/>
                        <a:t> </a:t>
                      </a:r>
                      <a:r>
                        <a:rPr lang="en-US" altLang="zh-CN" sz="1400" baseline="0" dirty="0" smtClean="0"/>
                        <a:t>Completion Date</a:t>
                      </a:r>
                      <a:endParaRPr lang="en-US" altLang="zh-CN" sz="14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Equipment </a:t>
                      </a:r>
                      <a:r>
                        <a:rPr lang="en-US" altLang="zh-CN" sz="1400" dirty="0" smtClean="0"/>
                        <a:t>Ready </a:t>
                      </a:r>
                      <a:r>
                        <a:rPr lang="en-US" altLang="zh-CN" sz="1400" dirty="0" smtClean="0"/>
                        <a:t>Date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0427453"/>
                  </a:ext>
                </a:extLst>
              </a:tr>
              <a:tr h="267778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L1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140019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09/22/2026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09/24/2026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09/25/2026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4151419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10/08/2026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3591690"/>
                  </a:ext>
                </a:extLst>
              </a:tr>
              <a:tr h="267778"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L2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140020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smtClean="0"/>
                        <a:t>09/22/2026</a:t>
                      </a:r>
                      <a:endParaRPr lang="zh-CN" altLang="en-US" sz="14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09/23/2026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6714660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10/08/2026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6048573"/>
                  </a:ext>
                </a:extLst>
              </a:tr>
              <a:tr h="267778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L3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140021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09/19/2026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09/21/2026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09/22/2026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1835233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10/08/2026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6550790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3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10/05/2026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10/10/2026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9682449"/>
                  </a:ext>
                </a:extLst>
              </a:tr>
              <a:tr h="267778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GG917</a:t>
                      </a:r>
                    </a:p>
                    <a:p>
                      <a:pPr algn="ctr"/>
                      <a:r>
                        <a:rPr lang="en-US" altLang="zh-CN" sz="1400" dirty="0" smtClean="0"/>
                        <a:t>139788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1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09/21/2026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09/24/2026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smtClean="0"/>
                        <a:t>09/26/2026</a:t>
                      </a:r>
                      <a:endParaRPr lang="zh-CN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6738695"/>
                  </a:ext>
                </a:extLst>
              </a:tr>
              <a:tr h="418174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2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09/30/2026</a:t>
                      </a:r>
                      <a:endParaRPr lang="zh-CN" altLang="en-US" sz="1400"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zh-CN" sz="1400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 is expected to be completed in mid-October.</a:t>
                      </a:r>
                      <a:endParaRPr lang="zh-CN" alt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996541"/>
                  </a:ext>
                </a:extLst>
              </a:tr>
              <a:tr h="267778">
                <a:tc v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dirty="0" smtClean="0"/>
                        <a:t>3</a:t>
                      </a:r>
                      <a:endParaRPr lang="zh-CN" altLang="en-US" sz="1400" dirty="0"/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400" dirty="0" smtClean="0"/>
                        <a:t>All equipment has been passivated.</a:t>
                      </a:r>
                      <a:endParaRPr kumimoji="0" lang="zh-CN" altLang="en-US" sz="14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/>
                      <a:endParaRPr lang="zh-CN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4654858"/>
                  </a:ext>
                </a:extLst>
              </a:tr>
            </a:tbl>
          </a:graphicData>
        </a:graphic>
      </p:graphicFrame>
      <p:sp>
        <p:nvSpPr>
          <p:cNvPr id="6" name="文本框 5"/>
          <p:cNvSpPr txBox="1"/>
          <p:nvPr/>
        </p:nvSpPr>
        <p:spPr>
          <a:xfrm>
            <a:off x="657682" y="5230128"/>
            <a:ext cx="1070059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smtClean="0"/>
              <a:t>Passivation </a:t>
            </a:r>
            <a:r>
              <a:rPr lang="en-US" altLang="zh-CN" sz="1600" dirty="0"/>
              <a:t>of the main body of the Synthesizer, Cleavage Reactor, Stainless </a:t>
            </a:r>
            <a:r>
              <a:rPr lang="en-US" altLang="zh-CN" sz="1600" dirty="0" smtClean="0"/>
              <a:t>steel Reactor and AFD has </a:t>
            </a:r>
            <a:r>
              <a:rPr lang="en-US" altLang="zh-CN" sz="1600" dirty="0"/>
              <a:t>been performed by the equipment manufacturer. </a:t>
            </a:r>
            <a:endParaRPr lang="en-US" altLang="zh-CN" sz="1600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smtClean="0"/>
              <a:t>For others, like tanks, pipeline, passivation will be done, and solvent run will be conducted. Timeline meet the use.</a:t>
            </a:r>
            <a:endParaRPr lang="zh-CN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66881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zh-CN" smtClean="0"/>
              <a:t>-</a:t>
            </a:r>
            <a:fld id="{FAEDECE0-B3E3-4E93-9B91-9F10B30F5B07}" type="slidenum">
              <a:rPr lang="en-US" altLang="zh-CN" smtClean="0"/>
              <a:t>2</a:t>
            </a:fld>
            <a:r>
              <a:rPr lang="en-US" altLang="zh-CN" smtClean="0"/>
              <a:t>-</a:t>
            </a:r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6757526" y="505934"/>
            <a:ext cx="52202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b="1" dirty="0">
                <a:solidFill>
                  <a:srgbClr val="002060"/>
                </a:solidFill>
              </a:rPr>
              <a:t>Passivation </a:t>
            </a:r>
            <a:r>
              <a:rPr lang="en-US" altLang="zh-CN" b="1" dirty="0" smtClean="0">
                <a:solidFill>
                  <a:srgbClr val="002060"/>
                </a:solidFill>
              </a:rPr>
              <a:t>discussion for Solvent Tank Farm</a:t>
            </a:r>
            <a:endParaRPr lang="zh-CN" altLang="en-US" b="1" dirty="0">
              <a:solidFill>
                <a:srgbClr val="002060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024128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371600"/>
                <a:gridCol w="868680"/>
                <a:gridCol w="2606040"/>
                <a:gridCol w="822960"/>
                <a:gridCol w="3246120"/>
              </a:tblGrid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00"/>
                        <a:t>Solvent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00"/>
                        <a:t>Tank farm supply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00"/>
                        <a:t>Tanks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00"/>
                        <a:t>Lilly trains / steps supplied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00"/>
                        <a:t>Need by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00"/>
                        <a:t>Passivation approach</a:t>
                      </a:r>
                    </a:p>
                  </a:txBody>
                  <a:tcPr anchor="ctr" marL="64008" marR="64008" marT="18288" marB="18288"/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Isopropyl acetate, toluene,</a:t>
                      </a:r>
                    </a:p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n-heptane, ethyl acetate, 2-MeTHF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Lilly dedicated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5 x 30 m³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140019 / 140020 / 140021 / 139788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step 1 - step 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09/25 -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10/28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Tanks and transfer lines emptied and passivated directly - no impact on other buildings</a:t>
                      </a:r>
                    </a:p>
                  </a:txBody>
                  <a:tcPr anchor="ctr" marL="64008" marR="64008" marT="18288" marB="18288"/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Acetonitrile (prep grade)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Shared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Bldg 11 + Bldg 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3 x 30 m³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140021 step 1,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139788 step 1 + step 3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10/15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Bldg 12 is fed by a dedicated line: 1 x 30 m³ tank emptied and passivated</a:t>
                      </a:r>
                    </a:p>
                  </a:txBody>
                  <a:tcPr anchor="ctr" marL="64008" marR="64008" marT="18288" marB="18288"/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Piperidine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Shared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Bldg 11 + Bldg 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1 x 10 m³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140019 / 140020 / 140021 / 139788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step 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09/25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Single tank still needed by Bldg 11 - not passivated; Lilly runs on drummed solvent</a:t>
                      </a:r>
                    </a:p>
                  </a:txBody>
                  <a:tcPr anchor="ctr" marL="64008" marR="64008" marT="18288" marB="18288"/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MTBE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Shared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Bldg 11 + Bldg 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1 x 30 m³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140019 / 140020 / 140021 / 139788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step 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09/25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Not passivated; drummed solvent until the phase 2 tank farm is connected</a:t>
                      </a:r>
                    </a:p>
                  </a:txBody>
                  <a:tcPr anchor="ctr" marL="64008" marR="64008" marT="18288" marB="18288"/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 b="1"/>
                        <a:t>DMF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 b="1"/>
                        <a:t>Shared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Bldg 11 + Bldg 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 b="1"/>
                        <a:t>3 x 30 m³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 b="1"/>
                        <a:t>140019 / 140020 / 140021 / 139788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step 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 b="1"/>
                        <a:t>09/25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 b="1"/>
                        <a:t>Line modification required first - no tank can be released today</a:t>
                      </a:r>
                    </a:p>
                  </a:txBody>
                  <a:tcPr anchor="ctr" marL="64008" marR="64008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950208"/>
            <a:ext cx="11064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50" b="1">
                <a:solidFill>
                  <a:srgbClr val="002060"/>
                </a:solidFill>
              </a:rPr>
              <a:t>DMF line modification - TF01 and TF02 both feed Bldg 11 and Bldg 12, so no tank can be released today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4407408"/>
          <a:ext cx="59893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/>
                <a:gridCol w="2057400"/>
                <a:gridCol w="3063240"/>
              </a:tblGrid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00"/>
                        <a:t>DMF tank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00"/>
                        <a:t>Today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200"/>
                        <a:t>After modification</a:t>
                      </a:r>
                    </a:p>
                  </a:txBody>
                  <a:tcPr anchor="ctr" marL="64008" marR="64008" marT="18288" marB="18288"/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TF01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Feeds Bldg 11 and Bldg 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 b="1"/>
                        <a:t>Bldg 12 only - emptied and passivated</a:t>
                      </a:r>
                    </a:p>
                  </a:txBody>
                  <a:tcPr anchor="ctr" marL="64008" marR="64008" marT="18288" marB="18288"/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TF04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Backup only, no dedicated line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New line built to Bldg 11: piping 10 d + software change and verification 10 d</a:t>
                      </a:r>
                    </a:p>
                  </a:txBody>
                  <a:tcPr anchor="ctr" marL="64008" marR="64008" marT="18288" marB="18288"/>
                </a:tc>
              </a:tr>
              <a:tr h="438912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TF02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Feeds Bldg 11 and Bldg 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Unchanged</a:t>
                      </a:r>
                    </a:p>
                  </a:txBody>
                  <a:tcPr anchor="ctr" marL="64008" marR="64008" marT="18288" marB="18288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12280" y="4462272"/>
            <a:ext cx="481888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102000"/>
              </a:lnSpc>
              <a:spcAft>
                <a:spcPts val="1100"/>
              </a:spcAft>
              <a:buFont typeface="Wingdings" pitchFamily="2" charset="2"/>
              <a:buChar char="Ø"/>
            </a:pPr>
            <a:r>
              <a:rPr sz="1350" b="1">
                <a:solidFill>
                  <a:srgbClr val="C00000"/>
                </a:solidFill>
              </a:rPr>
              <a:t>Bldg 11 supply has to be cut over during the tie-in: 20 d delay for 139166 / 150168 / 148235.</a:t>
            </a:r>
          </a:p>
          <a:p>
            <a:pPr marL="285750" indent="-285750">
              <a:lnSpc>
                <a:spcPct val="102000"/>
              </a:lnSpc>
              <a:spcAft>
                <a:spcPts val="1100"/>
              </a:spcAft>
              <a:buFont typeface="Wingdings" pitchFamily="2" charset="2"/>
              <a:buChar char="Ø"/>
            </a:pPr>
            <a:r>
              <a:rPr sz="1350" b="0">
                <a:solidFill>
                  <a:srgbClr val="404040"/>
                </a:solidFill>
              </a:rPr>
              <a:t>After the change the Lilly synthesizers are fed from one DMF tank with no backup - high consumption requires continuous replenishment.</a:t>
            </a:r>
          </a:p>
          <a:p>
            <a:pPr marL="285750" indent="-285750">
              <a:lnSpc>
                <a:spcPct val="102000"/>
              </a:lnSpc>
              <a:spcAft>
                <a:spcPts val="1100"/>
              </a:spcAft>
              <a:buFont typeface="Wingdings" pitchFamily="2" charset="2"/>
              <a:buChar char="Ø"/>
            </a:pPr>
            <a:r>
              <a:rPr sz="1350" b="0">
                <a:solidFill>
                  <a:srgbClr val="404040"/>
                </a:solidFill>
              </a:rPr>
              <a:t>Piperidine and MTBE stay on 200 L drums for Bldg 12 until the phase 2 tank farm starts up.</a:t>
            </a:r>
          </a:p>
        </p:txBody>
      </p:sp>
    </p:spTree>
    <p:extLst>
      <p:ext uri="{BB962C8B-B14F-4D97-AF65-F5344CB8AC3E}">
        <p14:creationId xmlns:p14="http://schemas.microsoft.com/office/powerpoint/2010/main" val="129288558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85816" y="502920"/>
            <a:ext cx="6583680" cy="365760"/>
          </a:xfrm>
          <a:prstGeom prst="rect">
            <a:avLst/>
          </a:prstGeom>
          <a:noFill/>
        </p:spPr>
        <p:txBody>
          <a:bodyPr wrap="none" rIns="0">
            <a:spAutoFit/>
          </a:bodyPr>
          <a:lstStyle/>
          <a:p>
            <a:pPr algn="r"/>
            <a:r>
              <a:rPr sz="1800" b="1">
                <a:solidFill>
                  <a:srgbClr val="002060"/>
                </a:solidFill>
              </a:rPr>
              <a:t>Passivation Sequence, Duration and Project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2060"/>
                </a:solidFill>
              </a:rPr>
              <a:t>3 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88720"/>
            <a:ext cx="1600200" cy="804672"/>
          </a:xfrm>
          <a:prstGeom prst="roundRect">
            <a:avLst>
              <a:gd name="adj" fmla="val 12000"/>
            </a:avLst>
          </a:prstGeom>
          <a:solidFill>
            <a:srgbClr val="5B9BD5"/>
          </a:solidFill>
          <a:ln w="9525">
            <a:solidFill>
              <a:srgbClr val="2E6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</a:rPr>
              <a:t>Fresh solvent emptied from tanks and transfer 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9736" y="93268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2060"/>
                </a:solidFill>
              </a:rPr>
              <a:t>4 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9736" y="1188720"/>
            <a:ext cx="1600200" cy="804672"/>
          </a:xfrm>
          <a:prstGeom prst="roundRect">
            <a:avLst>
              <a:gd name="adj" fmla="val 12000"/>
            </a:avLst>
          </a:prstGeom>
          <a:solidFill>
            <a:srgbClr val="5B9BD5"/>
          </a:solidFill>
          <a:ln w="9525">
            <a:solidFill>
              <a:srgbClr val="2E6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</a:rPr>
              <a:t>Tanks and lines flushed with caustic solution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57984" y="1463040"/>
            <a:ext cx="310896" cy="256032"/>
          </a:xfrm>
          <a:prstGeom prst="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52544" y="93268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2060"/>
                </a:solidFill>
              </a:rPr>
              <a:t>5 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188720"/>
            <a:ext cx="1600200" cy="804672"/>
          </a:xfrm>
          <a:prstGeom prst="roundRect">
            <a:avLst>
              <a:gd name="adj" fmla="val 12000"/>
            </a:avLst>
          </a:prstGeom>
          <a:solidFill>
            <a:srgbClr val="5B9BD5"/>
          </a:solidFill>
          <a:ln w="9525">
            <a:solidFill>
              <a:srgbClr val="2E6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</a:rPr>
              <a:t>Purified water flush to neutral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0791" y="1463040"/>
            <a:ext cx="310896" cy="256032"/>
          </a:xfrm>
          <a:prstGeom prst="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5351" y="93268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2060"/>
                </a:solidFill>
              </a:rPr>
              <a:t>5 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1" y="1188720"/>
            <a:ext cx="1600200" cy="804672"/>
          </a:xfrm>
          <a:prstGeom prst="roundRect">
            <a:avLst>
              <a:gd name="adj" fmla="val 12000"/>
            </a:avLst>
          </a:prstGeom>
          <a:solidFill>
            <a:srgbClr val="5B9BD5"/>
          </a:solidFill>
          <a:ln w="9525">
            <a:solidFill>
              <a:srgbClr val="2E6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</a:rPr>
              <a:t>Tanks and lines passivated with nitric acid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43599" y="1463040"/>
            <a:ext cx="310896" cy="256032"/>
          </a:xfrm>
          <a:prstGeom prst="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59" y="93268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2060"/>
                </a:solidFill>
              </a:rPr>
              <a:t>5 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188720"/>
            <a:ext cx="1600200" cy="804672"/>
          </a:xfrm>
          <a:prstGeom prst="roundRect">
            <a:avLst>
              <a:gd name="adj" fmla="val 12000"/>
            </a:avLst>
          </a:prstGeom>
          <a:solidFill>
            <a:srgbClr val="5B9BD5"/>
          </a:solidFill>
          <a:ln w="9525">
            <a:solidFill>
              <a:srgbClr val="2E6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</a:rPr>
              <a:t>Purified water flush to neutral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36407" y="1463040"/>
            <a:ext cx="310896" cy="256032"/>
          </a:xfrm>
          <a:prstGeom prst="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30967" y="932688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2060"/>
                </a:solidFill>
              </a:rPr>
              <a:t>20 d (experience)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030967" y="1188720"/>
            <a:ext cx="1600200" cy="804672"/>
          </a:xfrm>
          <a:prstGeom prst="roundRect">
            <a:avLst>
              <a:gd name="adj" fmla="val 12000"/>
            </a:avLst>
          </a:prstGeom>
          <a:solidFill>
            <a:srgbClr val="5B9BD5"/>
          </a:solidFill>
          <a:ln w="9525">
            <a:solidFill>
              <a:srgbClr val="2E6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/>
          <a:lstStyle/>
          <a:p>
            <a:pPr algn="ctr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</a:rPr>
              <a:t>Solvent flush until water content passes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729215" y="1463040"/>
            <a:ext cx="310896" cy="256032"/>
          </a:xfrm>
          <a:prstGeom prst="rightArrow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2176272"/>
            <a:ext cx="11064240" cy="438912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FFFFFF"/>
                </a:solidFill>
              </a:rPr>
              <a:t>Estimated passivation window: 42 days - still being verified; experience indicates 2 - 2.5 months is possible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2816352"/>
            <a:ext cx="5349240" cy="3520440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2980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02060"/>
                </a:solidFill>
              </a:rPr>
              <a:t>Why it takes long and stays risky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346704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800"/>
              </a:spcAft>
              <a:buFont typeface="Wingdings" pitchFamily="2" charset="2"/>
              <a:buChar char="Ø"/>
            </a:pPr>
            <a:r>
              <a:rPr sz="1300" b="0">
                <a:solidFill>
                  <a:srgbClr val="404040"/>
                </a:solidFill>
              </a:rPr>
              <a:t>No spray balls in the tank farm: every 30 m³ tank has to be filled completely to wet the shell, so caustic and nitric acid are needed in bulk for 7 x 30 m³ of tankage.</a:t>
            </a:r>
          </a:p>
          <a:p>
            <a:pPr marL="285750" indent="-285750">
              <a:lnSpc>
                <a:spcPct val="98000"/>
              </a:lnSpc>
              <a:spcAft>
                <a:spcPts val="800"/>
              </a:spcAft>
              <a:buFont typeface="Wingdings" pitchFamily="2" charset="2"/>
              <a:buChar char="Ø"/>
            </a:pPr>
            <a:r>
              <a:rPr sz="1300" b="0">
                <a:solidFill>
                  <a:srgbClr val="404040"/>
                </a:solidFill>
              </a:rPr>
              <a:t>Transfer lines are welded and cannot be dismantled - each flush has to run from the tank to the end of the line, and low points in the routing hold water.</a:t>
            </a:r>
          </a:p>
          <a:p>
            <a:pPr marL="285750" indent="-285750">
              <a:lnSpc>
                <a:spcPct val="98000"/>
              </a:lnSpc>
              <a:spcAft>
                <a:spcPts val="800"/>
              </a:spcAft>
              <a:buFont typeface="Wingdings" pitchFamily="2" charset="2"/>
              <a:buChar char="Ø"/>
            </a:pPr>
            <a:r>
              <a:rPr sz="1300" b="1">
                <a:solidFill>
                  <a:srgbClr val="C00000"/>
                </a:solidFill>
              </a:rPr>
              <a:t>Water content back to ≤ 0.1 % w/w is the critical path (20 d by experience): tens of tonnes of fresh solvent may still miss the spec, and residual water is a high risk for the CTC resin in step 1.</a:t>
            </a:r>
          </a:p>
          <a:p>
            <a:pPr marL="285750" indent="-285750">
              <a:lnSpc>
                <a:spcPct val="98000"/>
              </a:lnSpc>
              <a:spcAft>
                <a:spcPts val="800"/>
              </a:spcAft>
              <a:buFont typeface="Wingdings" pitchFamily="2" charset="2"/>
              <a:buChar char="Ø"/>
            </a:pPr>
            <a:r>
              <a:rPr sz="1300" b="0">
                <a:solidFill>
                  <a:srgbClr val="404040"/>
                </a:solidFill>
              </a:rPr>
              <a:t>All solvent currently in the tanks must be pumped out and stored before work starts.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81928" y="2816352"/>
            <a:ext cx="5349240" cy="3520440"/>
          </a:xfrm>
          <a:prstGeom prst="roundRect">
            <a:avLst>
              <a:gd name="adj" fmla="val 3500"/>
            </a:avLst>
          </a:prstGeom>
          <a:solidFill>
            <a:srgbClr val="F4F8FC"/>
          </a:solidFill>
          <a:ln w="9525">
            <a:solidFill>
              <a:srgbClr val="D3D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92240" y="2980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002060"/>
                </a:solidFill>
              </a:rPr>
              <a:t>Impact on projects and operations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492240" y="3328416"/>
          <a:ext cx="49377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2697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Building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Projects affected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50"/>
                        <a:t>Impact</a:t>
                      </a:r>
                    </a:p>
                  </a:txBody>
                  <a:tcPr anchor="ctr" marL="64008" marR="64008" marT="18288" marB="18288"/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/>
                        <a:t>Bldg 11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/>
                        <a:t>139166 (Roche), 150168, 148235 (Pfizer) - step 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 b="1"/>
                        <a:t>Start delayed 20 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/>
                        <a:t>DMF line tie-in</a:t>
                      </a:r>
                    </a:p>
                  </a:txBody>
                  <a:tcPr anchor="ctr" marL="64008" marR="64008" marT="18288" marB="18288"/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/>
                        <a:t>Bldg 12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/>
                        <a:t>140019 / 140020 / 140021 / 139788 PPQ step 1; 139788 full scale demo step 3;</a:t>
                      </a:r>
                    </a:p>
                    <a:p>
                      <a:pPr algn="l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/>
                        <a:t>149744 (AbbVie), 136877 (Lilly) step 1C, 142316 (Vertex) step 1</a:t>
                      </a:r>
                    </a:p>
                  </a:txBody>
                  <a:tcPr anchor="ctr" marL="64008" marR="64008" marT="18288" marB="18288"/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 b="1"/>
                        <a:t>Start delayed 42 d</a:t>
                      </a:r>
                    </a:p>
                    <a:p>
                      <a:pPr algn="ctr">
                        <a:lnSpc>
                          <a:spcPct val="95000"/>
                        </a:lnSpc>
                        <a:spcAft>
                          <a:spcPts val="0"/>
                        </a:spcAft>
                      </a:pPr>
                      <a:r>
                        <a:rPr sz="1100"/>
                        <a:t>tank farm out of service</a:t>
                      </a:r>
                    </a:p>
                  </a:txBody>
                  <a:tcPr anchor="ctr" marL="64008" marR="64008" marT="18288" marB="18288"/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492240" y="484632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lnSpc>
                <a:spcPct val="98000"/>
              </a:lnSpc>
              <a:spcAft>
                <a:spcPts val="700"/>
              </a:spcAft>
              <a:buFont typeface="Wingdings" pitchFamily="2" charset="2"/>
              <a:buChar char="Ø"/>
            </a:pPr>
            <a:r>
              <a:rPr sz="1250" b="0">
                <a:solidFill>
                  <a:srgbClr val="404040"/>
                </a:solidFill>
              </a:rPr>
              <a:t>Bldg 12 has no tank farm supply during passivation - all solvents move to 200 L drums; drum handling safety is the key control point.</a:t>
            </a:r>
          </a:p>
          <a:p>
            <a:pPr marL="285750" indent="-285750">
              <a:lnSpc>
                <a:spcPct val="98000"/>
              </a:lnSpc>
              <a:spcAft>
                <a:spcPts val="700"/>
              </a:spcAft>
              <a:buFont typeface="Wingdings" pitchFamily="2" charset="2"/>
              <a:buChar char="Ø"/>
            </a:pPr>
            <a:r>
              <a:rPr sz="1250" b="0">
                <a:solidFill>
                  <a:srgbClr val="404040"/>
                </a:solidFill>
              </a:rPr>
              <a:t>DMF and deprotection solutions for the small synthesizers are made up manually: lower throughput.</a:t>
            </a:r>
          </a:p>
          <a:p>
            <a:pPr marL="285750" indent="-285750">
              <a:lnSpc>
                <a:spcPct val="98000"/>
              </a:lnSpc>
              <a:spcAft>
                <a:spcPts val="700"/>
              </a:spcAft>
              <a:buFont typeface="Wingdings" pitchFamily="2" charset="2"/>
              <a:buChar char="Ø"/>
            </a:pPr>
            <a:r>
              <a:rPr sz="1250" b="0">
                <a:solidFill>
                  <a:srgbClr val="404040"/>
                </a:solidFill>
              </a:rPr>
              <a:t>Automatic solvent top-up is unavailable - levels are checked and topped up manually under enhanced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1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2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8575">
          <a:solidFill>
            <a:srgbClr val="FF0000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1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1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1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1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1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1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2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1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2.xml><?xml version="1.0" encoding="utf-8"?>
<a:theme xmlns:a="http://schemas.openxmlformats.org/drawingml/2006/main" name="1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2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2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5.xml><?xml version="1.0" encoding="utf-8"?>
<a:theme xmlns:a="http://schemas.openxmlformats.org/drawingml/2006/main" name="2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6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2902</TotalTime>
  <Words>134</Words>
  <Application>Microsoft Office PowerPoint</Application>
  <PresentationFormat>宽屏</PresentationFormat>
  <Paragraphs>55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25</vt:i4>
      </vt:variant>
      <vt:variant>
        <vt:lpstr>幻灯片标题</vt:lpstr>
      </vt:variant>
      <vt:variant>
        <vt:i4>2</vt:i4>
      </vt:variant>
    </vt:vector>
  </HeadingPairs>
  <TitlesOfParts>
    <vt:vector size="33" baseType="lpstr">
      <vt:lpstr>Helvetica Light</vt:lpstr>
      <vt:lpstr>等线</vt:lpstr>
      <vt:lpstr>微软雅黑</vt:lpstr>
      <vt:lpstr>Arial</vt:lpstr>
      <vt:lpstr>Calibri</vt:lpstr>
      <vt:lpstr>Wingdings</vt:lpstr>
      <vt:lpstr>1_webwppDefTheme</vt:lpstr>
      <vt:lpstr>2_webwppDefTheme</vt:lpstr>
      <vt:lpstr>webwppDefTheme</vt:lpstr>
      <vt:lpstr>3_webwppDefTheme</vt:lpstr>
      <vt:lpstr>4_webwppDefTheme</vt:lpstr>
      <vt:lpstr>5_webwppDefTheme</vt:lpstr>
      <vt:lpstr>6_webwppDefTheme</vt:lpstr>
      <vt:lpstr>7_webwppDefTheme</vt:lpstr>
      <vt:lpstr>9_webwppDefTheme</vt:lpstr>
      <vt:lpstr>8_webwppDefTheme</vt:lpstr>
      <vt:lpstr>16_webwppDefTheme</vt:lpstr>
      <vt:lpstr>22_webwppDefTheme</vt:lpstr>
      <vt:lpstr>10_webwppDefTheme</vt:lpstr>
      <vt:lpstr>11_webwppDefTheme</vt:lpstr>
      <vt:lpstr>12_webwppDefTheme</vt:lpstr>
      <vt:lpstr>13_webwppDefTheme</vt:lpstr>
      <vt:lpstr>14_webwppDefTheme</vt:lpstr>
      <vt:lpstr>15_webwppDefTheme</vt:lpstr>
      <vt:lpstr>17_webwppDefTheme</vt:lpstr>
      <vt:lpstr>25_webwppDefTheme</vt:lpstr>
      <vt:lpstr>18_webwppDefTheme</vt:lpstr>
      <vt:lpstr>19_webwppDefTheme</vt:lpstr>
      <vt:lpstr>20_webwppDefTheme</vt:lpstr>
      <vt:lpstr>26_webwppDefTheme</vt:lpstr>
      <vt:lpstr>27_webwppDefTheme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Dong Cui</dc:creator>
  <cp:lastModifiedBy>Ruijun Shi</cp:lastModifiedBy>
  <cp:revision>45</cp:revision>
  <dcterms:created xsi:type="dcterms:W3CDTF">2026-09-01T01:04:30Z</dcterms:created>
  <dcterms:modified xsi:type="dcterms:W3CDTF">2026-09-18T01:14:32Z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2052-0.0.0.0</vt:lpwstr>
  </property>
  <property fmtid="{D5CDD505-2E9C-101B-9397-08002B2CF9AE}" pid="4" name="ContentTypeId">
    <vt:lpwstr>0x01010081E1AFC219F9024AA012AA91AE638458</vt:lpwstr>
  </property>
  <property fmtid="{D5CDD505-2E9C-101B-9397-08002B2CF9AE}" pid="5" name="MediaServiceImageTags">
    <vt:lpwstr/>
  </property>
</Properties>
</file>