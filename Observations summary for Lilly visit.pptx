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7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55" r:id="rId2"/>
    <p:sldMasterId id="2147483677" r:id="rId3"/>
    <p:sldMasterId id="2147483685" r:id="rId4"/>
    <p:sldMasterId id="2147483699" r:id="rId5"/>
    <p:sldMasterId id="2147483710" r:id="rId6"/>
    <p:sldMasterId id="2147483758" r:id="rId7"/>
    <p:sldMasterId id="2147483767" r:id="rId8"/>
  </p:sldMasterIdLst>
  <p:notesMasterIdLst>
    <p:notesMasterId r:id="rId15"/>
  </p:notesMasterIdLst>
  <p:sldIdLst>
    <p:sldId id="16774656" r:id="rId9"/>
    <p:sldId id="16774654" r:id="rId10"/>
    <p:sldId id="16774652" r:id="rId11"/>
    <p:sldId id="16774651" r:id="rId12"/>
    <p:sldId id="16774655" r:id="rId13"/>
    <p:sldId id="16774657" r:id="rId14"/>
  </p:sldIdLst>
  <p:sldSz cx="24384000" cy="13716000"/>
  <p:notesSz cx="6858000" cy="9144000"/>
  <p:defaultTextStyle>
    <a:defPPr>
      <a:defRPr lang="en-US"/>
    </a:defPPr>
    <a:lvl1pPr marL="0" lvl="0" indent="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0" lvl="1" indent="2286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0" lvl="2" indent="4572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0" lvl="3" indent="6858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0" lvl="4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lvl="5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6pPr>
    <a:lvl7pPr marL="2743200" lvl="6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7pPr>
    <a:lvl8pPr marL="3200400" lvl="7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8pPr>
    <a:lvl9pPr marL="3657600" lvl="8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7725">
          <p15:clr>
            <a:srgbClr val="A4A3A4"/>
          </p15:clr>
        </p15:guide>
        <p15:guide id="2" orient="horz" pos="430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ijun Lu" initials="Z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8BBFB"/>
    <a:srgbClr val="FFCC00"/>
    <a:srgbClr val="FFCC66"/>
    <a:srgbClr val="EE8012"/>
    <a:srgbClr val="FF770F"/>
    <a:srgbClr val="0066FF"/>
    <a:srgbClr val="5168D8"/>
    <a:srgbClr val="00204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8E10F8-805C-4AB0-BB4D-379CEEC1DFFE}" v="1" dt="2025-09-22T12:01:10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0" autoAdjust="0"/>
    <p:restoredTop sz="94672"/>
  </p:normalViewPr>
  <p:slideViewPr>
    <p:cSldViewPr snapToGrid="0" snapToObjects="1" showGuides="1">
      <p:cViewPr varScale="1">
        <p:scale>
          <a:sx n="37" d="100"/>
          <a:sy n="37" d="100"/>
        </p:scale>
        <p:origin x="64" y="80"/>
      </p:cViewPr>
      <p:guideLst>
        <p:guide pos="7725"/>
        <p:guide orient="horz" pos="4306"/>
      </p:guideLst>
    </p:cSldViewPr>
  </p:slid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79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-Chun Zhang" userId="bd1c470e-875c-439e-9fb4-6ba3642e14ab" providerId="ADAL" clId="{A5B66FC3-EADA-4C6E-97EA-7CAC06072CE4}"/>
    <pc:docChg chg="undo custSel addSld modSld">
      <pc:chgData name="Wen-Chun Zhang" userId="bd1c470e-875c-439e-9fb4-6ba3642e14ab" providerId="ADAL" clId="{A5B66FC3-EADA-4C6E-97EA-7CAC06072CE4}" dt="2025-09-22T12:09:20.675" v="339" actId="6549"/>
      <pc:docMkLst>
        <pc:docMk/>
      </pc:docMkLst>
      <pc:sldChg chg="modSp mod">
        <pc:chgData name="Wen-Chun Zhang" userId="bd1c470e-875c-439e-9fb4-6ba3642e14ab" providerId="ADAL" clId="{A5B66FC3-EADA-4C6E-97EA-7CAC06072CE4}" dt="2025-09-22T12:09:20.675" v="339" actId="6549"/>
        <pc:sldMkLst>
          <pc:docMk/>
          <pc:sldMk cId="0" sldId="586"/>
        </pc:sldMkLst>
        <pc:spChg chg="mod">
          <ac:chgData name="Wen-Chun Zhang" userId="bd1c470e-875c-439e-9fb4-6ba3642e14ab" providerId="ADAL" clId="{A5B66FC3-EADA-4C6E-97EA-7CAC06072CE4}" dt="2025-09-22T12:09:20.675" v="339" actId="6549"/>
          <ac:spMkLst>
            <pc:docMk/>
            <pc:sldMk cId="0" sldId="586"/>
            <ac:spMk id="2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46:05.552" v="33" actId="20577"/>
        <pc:sldMkLst>
          <pc:docMk/>
          <pc:sldMk cId="0" sldId="16767599"/>
        </pc:sldMkLst>
        <pc:spChg chg="mod">
          <ac:chgData name="Wen-Chun Zhang" userId="bd1c470e-875c-439e-9fb4-6ba3642e14ab" providerId="ADAL" clId="{A5B66FC3-EADA-4C6E-97EA-7CAC06072CE4}" dt="2025-09-22T11:46:05.552" v="33" actId="20577"/>
          <ac:spMkLst>
            <pc:docMk/>
            <pc:sldMk cId="0" sldId="16767599"/>
            <ac:spMk id="7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51:51.131" v="150" actId="20577"/>
        <pc:sldMkLst>
          <pc:docMk/>
          <pc:sldMk cId="0" sldId="16767631"/>
        </pc:sldMkLst>
        <pc:spChg chg="mod">
          <ac:chgData name="Wen-Chun Zhang" userId="bd1c470e-875c-439e-9fb4-6ba3642e14ab" providerId="ADAL" clId="{A5B66FC3-EADA-4C6E-97EA-7CAC06072CE4}" dt="2025-09-22T11:51:05.453" v="133" actId="6549"/>
          <ac:spMkLst>
            <pc:docMk/>
            <pc:sldMk cId="0" sldId="16767631"/>
            <ac:spMk id="3" creationId="{00000000-0000-0000-0000-000000000000}"/>
          </ac:spMkLst>
        </pc:spChg>
        <pc:spChg chg="mod">
          <ac:chgData name="Wen-Chun Zhang" userId="bd1c470e-875c-439e-9fb4-6ba3642e14ab" providerId="ADAL" clId="{A5B66FC3-EADA-4C6E-97EA-7CAC06072CE4}" dt="2025-09-22T11:51:51.131" v="150" actId="20577"/>
          <ac:spMkLst>
            <pc:docMk/>
            <pc:sldMk cId="0" sldId="16767631"/>
            <ac:spMk id="5" creationId="{00000000-0000-0000-0000-000000000000}"/>
          </ac:spMkLst>
        </pc:spChg>
        <pc:graphicFrameChg chg="mod">
          <ac:chgData name="Wen-Chun Zhang" userId="bd1c470e-875c-439e-9fb4-6ba3642e14ab" providerId="ADAL" clId="{A5B66FC3-EADA-4C6E-97EA-7CAC06072CE4}" dt="2025-09-22T11:51:30.133" v="147" actId="1038"/>
          <ac:graphicFrameMkLst>
            <pc:docMk/>
            <pc:sldMk cId="0" sldId="16767631"/>
            <ac:graphicFrameMk id="4" creationId="{00000000-0000-0000-0000-000000000000}"/>
          </ac:graphicFrameMkLst>
        </pc:graphicFrameChg>
      </pc:sldChg>
      <pc:sldChg chg="modSp mod">
        <pc:chgData name="Wen-Chun Zhang" userId="bd1c470e-875c-439e-9fb4-6ba3642e14ab" providerId="ADAL" clId="{A5B66FC3-EADA-4C6E-97EA-7CAC06072CE4}" dt="2025-09-22T11:45:48.998" v="16" actId="6549"/>
        <pc:sldMkLst>
          <pc:docMk/>
          <pc:sldMk cId="0" sldId="16774615"/>
        </pc:sldMkLst>
        <pc:spChg chg="mod">
          <ac:chgData name="Wen-Chun Zhang" userId="bd1c470e-875c-439e-9fb4-6ba3642e14ab" providerId="ADAL" clId="{A5B66FC3-EADA-4C6E-97EA-7CAC06072CE4}" dt="2025-09-22T11:45:48.998" v="16" actId="6549"/>
          <ac:spMkLst>
            <pc:docMk/>
            <pc:sldMk cId="0" sldId="16774615"/>
            <ac:spMk id="2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47:34.465" v="50" actId="20577"/>
        <pc:sldMkLst>
          <pc:docMk/>
          <pc:sldMk cId="0" sldId="16774616"/>
        </pc:sldMkLst>
        <pc:spChg chg="mod">
          <ac:chgData name="Wen-Chun Zhang" userId="bd1c470e-875c-439e-9fb4-6ba3642e14ab" providerId="ADAL" clId="{A5B66FC3-EADA-4C6E-97EA-7CAC06072CE4}" dt="2025-09-22T11:47:34.465" v="50" actId="20577"/>
          <ac:spMkLst>
            <pc:docMk/>
            <pc:sldMk cId="0" sldId="16774616"/>
            <ac:spMk id="2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48:25.384" v="69" actId="6549"/>
        <pc:sldMkLst>
          <pc:docMk/>
          <pc:sldMk cId="0" sldId="16774617"/>
        </pc:sldMkLst>
        <pc:spChg chg="mod">
          <ac:chgData name="Wen-Chun Zhang" userId="bd1c470e-875c-439e-9fb4-6ba3642e14ab" providerId="ADAL" clId="{A5B66FC3-EADA-4C6E-97EA-7CAC06072CE4}" dt="2025-09-22T11:48:25.384" v="69" actId="6549"/>
          <ac:spMkLst>
            <pc:docMk/>
            <pc:sldMk cId="0" sldId="16774617"/>
            <ac:spMk id="4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49:19.332" v="96" actId="113"/>
        <pc:sldMkLst>
          <pc:docMk/>
          <pc:sldMk cId="0" sldId="16774619"/>
        </pc:sldMkLst>
        <pc:spChg chg="mod">
          <ac:chgData name="Wen-Chun Zhang" userId="bd1c470e-875c-439e-9fb4-6ba3642e14ab" providerId="ADAL" clId="{A5B66FC3-EADA-4C6E-97EA-7CAC06072CE4}" dt="2025-09-22T11:49:19.332" v="96" actId="113"/>
          <ac:spMkLst>
            <pc:docMk/>
            <pc:sldMk cId="0" sldId="16774619"/>
            <ac:spMk id="4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50:28.651" v="120" actId="20577"/>
        <pc:sldMkLst>
          <pc:docMk/>
          <pc:sldMk cId="0" sldId="16774621"/>
        </pc:sldMkLst>
        <pc:spChg chg="mod">
          <ac:chgData name="Wen-Chun Zhang" userId="bd1c470e-875c-439e-9fb4-6ba3642e14ab" providerId="ADAL" clId="{A5B66FC3-EADA-4C6E-97EA-7CAC06072CE4}" dt="2025-09-22T11:50:28.651" v="120" actId="20577"/>
          <ac:spMkLst>
            <pc:docMk/>
            <pc:sldMk cId="0" sldId="16774621"/>
            <ac:spMk id="3" creationId="{00000000-0000-0000-0000-000000000000}"/>
          </ac:spMkLst>
        </pc:spChg>
        <pc:spChg chg="mod">
          <ac:chgData name="Wen-Chun Zhang" userId="bd1c470e-875c-439e-9fb4-6ba3642e14ab" providerId="ADAL" clId="{A5B66FC3-EADA-4C6E-97EA-7CAC06072CE4}" dt="2025-09-22T11:49:55.248" v="100" actId="403"/>
          <ac:spMkLst>
            <pc:docMk/>
            <pc:sldMk cId="0" sldId="16774621"/>
            <ac:spMk id="6" creationId="{00000000-0000-0000-0000-000000000000}"/>
          </ac:spMkLst>
        </pc:spChg>
      </pc:sldChg>
      <pc:sldChg chg="delSp mod">
        <pc:chgData name="Wen-Chun Zhang" userId="bd1c470e-875c-439e-9fb4-6ba3642e14ab" providerId="ADAL" clId="{A5B66FC3-EADA-4C6E-97EA-7CAC06072CE4}" dt="2025-09-22T12:07:58.102" v="299" actId="478"/>
        <pc:sldMkLst>
          <pc:docMk/>
          <pc:sldMk cId="0" sldId="16774624"/>
        </pc:sldMkLst>
        <pc:spChg chg="del">
          <ac:chgData name="Wen-Chun Zhang" userId="bd1c470e-875c-439e-9fb4-6ba3642e14ab" providerId="ADAL" clId="{A5B66FC3-EADA-4C6E-97EA-7CAC06072CE4}" dt="2025-09-22T12:07:58.102" v="299" actId="478"/>
          <ac:spMkLst>
            <pc:docMk/>
            <pc:sldMk cId="0" sldId="16774624"/>
            <ac:spMk id="5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56:44.516" v="157" actId="6549"/>
        <pc:sldMkLst>
          <pc:docMk/>
          <pc:sldMk cId="0" sldId="16774627"/>
        </pc:sldMkLst>
        <pc:spChg chg="mod">
          <ac:chgData name="Wen-Chun Zhang" userId="bd1c470e-875c-439e-9fb4-6ba3642e14ab" providerId="ADAL" clId="{A5B66FC3-EADA-4C6E-97EA-7CAC06072CE4}" dt="2025-09-22T11:56:44.516" v="157" actId="6549"/>
          <ac:spMkLst>
            <pc:docMk/>
            <pc:sldMk cId="0" sldId="16774627"/>
            <ac:spMk id="33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2:07:17.685" v="282" actId="207"/>
        <pc:sldMkLst>
          <pc:docMk/>
          <pc:sldMk cId="0" sldId="16774629"/>
        </pc:sldMkLst>
        <pc:spChg chg="mod">
          <ac:chgData name="Wen-Chun Zhang" userId="bd1c470e-875c-439e-9fb4-6ba3642e14ab" providerId="ADAL" clId="{A5B66FC3-EADA-4C6E-97EA-7CAC06072CE4}" dt="2025-09-22T12:07:17.685" v="282" actId="207"/>
          <ac:spMkLst>
            <pc:docMk/>
            <pc:sldMk cId="0" sldId="16774629"/>
            <ac:spMk id="2" creationId="{00000000-0000-0000-0000-000000000000}"/>
          </ac:spMkLst>
        </pc:spChg>
      </pc:sldChg>
      <pc:sldChg chg="delSp modSp mod">
        <pc:chgData name="Wen-Chun Zhang" userId="bd1c470e-875c-439e-9fb4-6ba3642e14ab" providerId="ADAL" clId="{A5B66FC3-EADA-4C6E-97EA-7CAC06072CE4}" dt="2025-09-22T11:57:59.917" v="160" actId="1076"/>
        <pc:sldMkLst>
          <pc:docMk/>
          <pc:sldMk cId="0" sldId="16774634"/>
        </pc:sldMkLst>
        <pc:spChg chg="del">
          <ac:chgData name="Wen-Chun Zhang" userId="bd1c470e-875c-439e-9fb4-6ba3642e14ab" providerId="ADAL" clId="{A5B66FC3-EADA-4C6E-97EA-7CAC06072CE4}" dt="2025-09-22T11:57:48.154" v="159" actId="478"/>
          <ac:spMkLst>
            <pc:docMk/>
            <pc:sldMk cId="0" sldId="16774634"/>
            <ac:spMk id="2" creationId="{00000000-0000-0000-0000-000000000000}"/>
          </ac:spMkLst>
        </pc:spChg>
        <pc:graphicFrameChg chg="mod">
          <ac:chgData name="Wen-Chun Zhang" userId="bd1c470e-875c-439e-9fb4-6ba3642e14ab" providerId="ADAL" clId="{A5B66FC3-EADA-4C6E-97EA-7CAC06072CE4}" dt="2025-09-22T11:57:59.917" v="160" actId="1076"/>
          <ac:graphicFrameMkLst>
            <pc:docMk/>
            <pc:sldMk cId="0" sldId="16774634"/>
            <ac:graphicFrameMk id="3" creationId="{00000000-0000-0000-0000-000000000000}"/>
          </ac:graphicFrameMkLst>
        </pc:graphicFrameChg>
      </pc:sldChg>
      <pc:sldChg chg="delSp mod">
        <pc:chgData name="Wen-Chun Zhang" userId="bd1c470e-875c-439e-9fb4-6ba3642e14ab" providerId="ADAL" clId="{A5B66FC3-EADA-4C6E-97EA-7CAC06072CE4}" dt="2025-09-22T12:08:02.820" v="300" actId="478"/>
        <pc:sldMkLst>
          <pc:docMk/>
          <pc:sldMk cId="0" sldId="16774638"/>
        </pc:sldMkLst>
        <pc:spChg chg="del">
          <ac:chgData name="Wen-Chun Zhang" userId="bd1c470e-875c-439e-9fb4-6ba3642e14ab" providerId="ADAL" clId="{A5B66FC3-EADA-4C6E-97EA-7CAC06072CE4}" dt="2025-09-22T12:08:02.820" v="300" actId="478"/>
          <ac:spMkLst>
            <pc:docMk/>
            <pc:sldMk cId="0" sldId="16774638"/>
            <ac:spMk id="6" creationId="{00000000-0000-0000-0000-000000000000}"/>
          </ac:spMkLst>
        </pc:spChg>
      </pc:sldChg>
      <pc:sldChg chg="delSp mod">
        <pc:chgData name="Wen-Chun Zhang" userId="bd1c470e-875c-439e-9fb4-6ba3642e14ab" providerId="ADAL" clId="{A5B66FC3-EADA-4C6E-97EA-7CAC06072CE4}" dt="2025-09-22T12:08:10.079" v="301" actId="478"/>
        <pc:sldMkLst>
          <pc:docMk/>
          <pc:sldMk cId="0" sldId="16774639"/>
        </pc:sldMkLst>
        <pc:spChg chg="del">
          <ac:chgData name="Wen-Chun Zhang" userId="bd1c470e-875c-439e-9fb4-6ba3642e14ab" providerId="ADAL" clId="{A5B66FC3-EADA-4C6E-97EA-7CAC06072CE4}" dt="2025-09-22T12:08:10.079" v="301" actId="478"/>
          <ac:spMkLst>
            <pc:docMk/>
            <pc:sldMk cId="0" sldId="16774639"/>
            <ac:spMk id="5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2:02:04.315" v="184" actId="113"/>
        <pc:sldMkLst>
          <pc:docMk/>
          <pc:sldMk cId="0" sldId="16774643"/>
        </pc:sldMkLst>
        <pc:spChg chg="mod">
          <ac:chgData name="Wen-Chun Zhang" userId="bd1c470e-875c-439e-9fb4-6ba3642e14ab" providerId="ADAL" clId="{A5B66FC3-EADA-4C6E-97EA-7CAC06072CE4}" dt="2025-09-22T12:02:04.315" v="184" actId="113"/>
          <ac:spMkLst>
            <pc:docMk/>
            <pc:sldMk cId="0" sldId="16774643"/>
            <ac:spMk id="38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2:04:35.634" v="243" actId="20577"/>
        <pc:sldMkLst>
          <pc:docMk/>
          <pc:sldMk cId="0" sldId="16774648"/>
        </pc:sldMkLst>
        <pc:spChg chg="mod">
          <ac:chgData name="Wen-Chun Zhang" userId="bd1c470e-875c-439e-9fb4-6ba3642e14ab" providerId="ADAL" clId="{A5B66FC3-EADA-4C6E-97EA-7CAC06072CE4}" dt="2025-09-22T12:04:17.900" v="241" actId="20577"/>
          <ac:spMkLst>
            <pc:docMk/>
            <pc:sldMk cId="0" sldId="16774648"/>
            <ac:spMk id="2" creationId="{00000000-0000-0000-0000-000000000000}"/>
          </ac:spMkLst>
        </pc:spChg>
        <pc:spChg chg="mod">
          <ac:chgData name="Wen-Chun Zhang" userId="bd1c470e-875c-439e-9fb4-6ba3642e14ab" providerId="ADAL" clId="{A5B66FC3-EADA-4C6E-97EA-7CAC06072CE4}" dt="2025-09-22T12:04:35.634" v="243" actId="20577"/>
          <ac:spMkLst>
            <pc:docMk/>
            <pc:sldMk cId="0" sldId="16774648"/>
            <ac:spMk id="6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2:08:45.645" v="317" actId="6549"/>
        <pc:sldMkLst>
          <pc:docMk/>
          <pc:sldMk cId="0" sldId="16774652"/>
        </pc:sldMkLst>
        <pc:spChg chg="mod">
          <ac:chgData name="Wen-Chun Zhang" userId="bd1c470e-875c-439e-9fb4-6ba3642e14ab" providerId="ADAL" clId="{A5B66FC3-EADA-4C6E-97EA-7CAC06072CE4}" dt="2025-09-22T12:08:45.645" v="317" actId="6549"/>
          <ac:spMkLst>
            <pc:docMk/>
            <pc:sldMk cId="0" sldId="16774652"/>
            <ac:spMk id="16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46:34.250" v="37" actId="20577"/>
        <pc:sldMkLst>
          <pc:docMk/>
          <pc:sldMk cId="0" sldId="16774656"/>
        </pc:sldMkLst>
        <pc:spChg chg="mod">
          <ac:chgData name="Wen-Chun Zhang" userId="bd1c470e-875c-439e-9fb4-6ba3642e14ab" providerId="ADAL" clId="{A5B66FC3-EADA-4C6E-97EA-7CAC06072CE4}" dt="2025-09-22T11:46:34.250" v="37" actId="20577"/>
          <ac:spMkLst>
            <pc:docMk/>
            <pc:sldMk cId="0" sldId="16774656"/>
            <ac:spMk id="3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46:54.144" v="41" actId="20577"/>
        <pc:sldMkLst>
          <pc:docMk/>
          <pc:sldMk cId="0" sldId="16774659"/>
        </pc:sldMkLst>
        <pc:spChg chg="mod">
          <ac:chgData name="Wen-Chun Zhang" userId="bd1c470e-875c-439e-9fb4-6ba3642e14ab" providerId="ADAL" clId="{A5B66FC3-EADA-4C6E-97EA-7CAC06072CE4}" dt="2025-09-22T11:46:54.144" v="41" actId="20577"/>
          <ac:spMkLst>
            <pc:docMk/>
            <pc:sldMk cId="0" sldId="16774659"/>
            <ac:spMk id="2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47:20.790" v="43" actId="1076"/>
        <pc:sldMkLst>
          <pc:docMk/>
          <pc:sldMk cId="0" sldId="16774660"/>
        </pc:sldMkLst>
        <pc:picChg chg="mod">
          <ac:chgData name="Wen-Chun Zhang" userId="bd1c470e-875c-439e-9fb4-6ba3642e14ab" providerId="ADAL" clId="{A5B66FC3-EADA-4C6E-97EA-7CAC06072CE4}" dt="2025-09-22T11:47:20.790" v="43" actId="1076"/>
          <ac:picMkLst>
            <pc:docMk/>
            <pc:sldMk cId="0" sldId="16774660"/>
            <ac:picMk id="2" creationId="{00000000-0000-0000-0000-000000000000}"/>
          </ac:picMkLst>
        </pc:picChg>
      </pc:sldChg>
      <pc:sldChg chg="delSp mod">
        <pc:chgData name="Wen-Chun Zhang" userId="bd1c470e-875c-439e-9fb4-6ba3642e14ab" providerId="ADAL" clId="{A5B66FC3-EADA-4C6E-97EA-7CAC06072CE4}" dt="2025-09-22T12:07:52.205" v="298" actId="478"/>
        <pc:sldMkLst>
          <pc:docMk/>
          <pc:sldMk cId="0" sldId="16774663"/>
        </pc:sldMkLst>
        <pc:spChg chg="del">
          <ac:chgData name="Wen-Chun Zhang" userId="bd1c470e-875c-439e-9fb4-6ba3642e14ab" providerId="ADAL" clId="{A5B66FC3-EADA-4C6E-97EA-7CAC06072CE4}" dt="2025-09-22T12:07:52.205" v="298" actId="478"/>
          <ac:spMkLst>
            <pc:docMk/>
            <pc:sldMk cId="0" sldId="16774663"/>
            <ac:spMk id="7" creationId="{00000000-0000-0000-0000-000000000000}"/>
          </ac:spMkLst>
        </pc:spChg>
      </pc:sldChg>
      <pc:sldChg chg="delSp mod">
        <pc:chgData name="Wen-Chun Zhang" userId="bd1c470e-875c-439e-9fb4-6ba3642e14ab" providerId="ADAL" clId="{A5B66FC3-EADA-4C6E-97EA-7CAC06072CE4}" dt="2025-09-22T12:08:15.332" v="302" actId="478"/>
        <pc:sldMkLst>
          <pc:docMk/>
          <pc:sldMk cId="0" sldId="16774721"/>
        </pc:sldMkLst>
        <pc:spChg chg="del">
          <ac:chgData name="Wen-Chun Zhang" userId="bd1c470e-875c-439e-9fb4-6ba3642e14ab" providerId="ADAL" clId="{A5B66FC3-EADA-4C6E-97EA-7CAC06072CE4}" dt="2025-09-22T12:08:15.332" v="302" actId="478"/>
          <ac:spMkLst>
            <pc:docMk/>
            <pc:sldMk cId="0" sldId="16774721"/>
            <ac:spMk id="5" creationId="{00000000-0000-0000-0000-000000000000}"/>
          </ac:spMkLst>
        </pc:spChg>
      </pc:sldChg>
      <pc:sldChg chg="delSp mod">
        <pc:chgData name="Wen-Chun Zhang" userId="bd1c470e-875c-439e-9fb4-6ba3642e14ab" providerId="ADAL" clId="{A5B66FC3-EADA-4C6E-97EA-7CAC06072CE4}" dt="2025-09-22T11:55:02.596" v="151" actId="478"/>
        <pc:sldMkLst>
          <pc:docMk/>
          <pc:sldMk cId="0" sldId="16774723"/>
        </pc:sldMkLst>
        <pc:spChg chg="del">
          <ac:chgData name="Wen-Chun Zhang" userId="bd1c470e-875c-439e-9fb4-6ba3642e14ab" providerId="ADAL" clId="{A5B66FC3-EADA-4C6E-97EA-7CAC06072CE4}" dt="2025-09-22T11:55:02.596" v="151" actId="478"/>
          <ac:spMkLst>
            <pc:docMk/>
            <pc:sldMk cId="0" sldId="16774723"/>
            <ac:spMk id="4" creationId="{00000000-0000-0000-0000-000000000000}"/>
          </ac:spMkLst>
        </pc:spChg>
      </pc:sldChg>
      <pc:sldChg chg="modSp mod">
        <pc:chgData name="Wen-Chun Zhang" userId="bd1c470e-875c-439e-9fb4-6ba3642e14ab" providerId="ADAL" clId="{A5B66FC3-EADA-4C6E-97EA-7CAC06072CE4}" dt="2025-09-22T11:56:58.802" v="158" actId="1076"/>
        <pc:sldMkLst>
          <pc:docMk/>
          <pc:sldMk cId="0" sldId="16774724"/>
        </pc:sldMkLst>
        <pc:picChg chg="mod">
          <ac:chgData name="Wen-Chun Zhang" userId="bd1c470e-875c-439e-9fb4-6ba3642e14ab" providerId="ADAL" clId="{A5B66FC3-EADA-4C6E-97EA-7CAC06072CE4}" dt="2025-09-22T11:56:58.802" v="158" actId="1076"/>
          <ac:picMkLst>
            <pc:docMk/>
            <pc:sldMk cId="0" sldId="16774724"/>
            <ac:picMk id="2" creationId="{00000000-0000-0000-0000-000000000000}"/>
          </ac:picMkLst>
        </pc:picChg>
        <pc:picChg chg="mod">
          <ac:chgData name="Wen-Chun Zhang" userId="bd1c470e-875c-439e-9fb4-6ba3642e14ab" providerId="ADAL" clId="{A5B66FC3-EADA-4C6E-97EA-7CAC06072CE4}" dt="2025-09-22T11:56:58.802" v="158" actId="1076"/>
          <ac:picMkLst>
            <pc:docMk/>
            <pc:sldMk cId="0" sldId="16774724"/>
            <ac:picMk id="3" creationId="{00000000-0000-0000-0000-000000000000}"/>
          </ac:picMkLst>
        </pc:picChg>
        <pc:picChg chg="mod">
          <ac:chgData name="Wen-Chun Zhang" userId="bd1c470e-875c-439e-9fb4-6ba3642e14ab" providerId="ADAL" clId="{A5B66FC3-EADA-4C6E-97EA-7CAC06072CE4}" dt="2025-09-22T11:56:58.802" v="158" actId="1076"/>
          <ac:picMkLst>
            <pc:docMk/>
            <pc:sldMk cId="0" sldId="16774724"/>
            <ac:picMk id="4" creationId="{00000000-0000-0000-0000-000000000000}"/>
          </ac:picMkLst>
        </pc:picChg>
      </pc:sldChg>
      <pc:sldChg chg="modSp add mod">
        <pc:chgData name="Wen-Chun Zhang" userId="bd1c470e-875c-439e-9fb4-6ba3642e14ab" providerId="ADAL" clId="{A5B66FC3-EADA-4C6E-97EA-7CAC06072CE4}" dt="2025-09-22T12:07:46.114" v="297" actId="1076"/>
        <pc:sldMkLst>
          <pc:docMk/>
          <pc:sldMk cId="2405917784" sldId="16774726"/>
        </pc:sldMkLst>
        <pc:spChg chg="mod">
          <ac:chgData name="Wen-Chun Zhang" userId="bd1c470e-875c-439e-9fb4-6ba3642e14ab" providerId="ADAL" clId="{A5B66FC3-EADA-4C6E-97EA-7CAC06072CE4}" dt="2025-09-22T12:07:46.114" v="297" actId="1076"/>
          <ac:spMkLst>
            <pc:docMk/>
            <pc:sldMk cId="2405917784" sldId="16774726"/>
            <ac:spMk id="2" creationId="{0C23FAFB-9991-B3A8-B0B1-52F4ECD81108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6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67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6763"/>
            <a:ext cx="6813550" cy="3833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8135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12949238"/>
            <a:ext cx="24384001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3" name="Линия"/>
          <p:cNvSpPr/>
          <p:nvPr userDrawn="1"/>
        </p:nvSpPr>
        <p:spPr>
          <a:xfrm flipV="1">
            <a:off x="9947275" y="1135063"/>
            <a:ext cx="13892213" cy="0"/>
          </a:xfrm>
          <a:prstGeom prst="line">
            <a:avLst/>
          </a:prstGeom>
          <a:ln w="1270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" name="矩形 13"/>
          <p:cNvSpPr/>
          <p:nvPr userDrawn="1"/>
        </p:nvSpPr>
        <p:spPr>
          <a:xfrm>
            <a:off x="974725" y="0"/>
            <a:ext cx="4724400" cy="1638300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15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7175" y="458788"/>
            <a:ext cx="3621088" cy="722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矩形 15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0170" y="2635250"/>
            <a:ext cx="8576310" cy="17100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CZ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06" y="326113"/>
            <a:ext cx="4157566" cy="9982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48474" y="714169"/>
            <a:ext cx="19483126" cy="765745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3129" y="13185649"/>
            <a:ext cx="24380871" cy="530352"/>
          </a:xfrm>
          <a:prstGeom prst="rect">
            <a:avLst/>
          </a:prstGeom>
          <a:solidFill>
            <a:srgbClr val="00406D"/>
          </a:solidFill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12700" marR="0" lvl="0" indent="0" defTabSz="457200" eaLnBrk="1" fontAlgn="auto" latinLnBrk="0" hangingPunc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939598"/>
              </a:solidFill>
              <a:effectLst/>
              <a:uLnTx/>
              <a:uFill>
                <a:solidFill>
                  <a:srgbClr val="939598"/>
                </a:solidFill>
              </a:uFill>
              <a:latin typeface="Roboto Regular"/>
              <a:ea typeface="+mn-ea"/>
              <a:sym typeface="Roboto Regular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88397" y="13185648"/>
            <a:ext cx="2392474" cy="53035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lide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12949238"/>
            <a:ext cx="24384001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3" name="Линия"/>
          <p:cNvSpPr/>
          <p:nvPr userDrawn="1"/>
        </p:nvSpPr>
        <p:spPr>
          <a:xfrm flipV="1">
            <a:off x="9947275" y="1135063"/>
            <a:ext cx="13892213" cy="0"/>
          </a:xfrm>
          <a:prstGeom prst="line">
            <a:avLst/>
          </a:prstGeom>
          <a:ln w="1270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" name="矩形 13"/>
          <p:cNvSpPr/>
          <p:nvPr userDrawn="1"/>
        </p:nvSpPr>
        <p:spPr>
          <a:xfrm>
            <a:off x="974725" y="0"/>
            <a:ext cx="4724400" cy="1638300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15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7175" y="458788"/>
            <a:ext cx="3621088" cy="722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矩形 15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0170" y="2635250"/>
            <a:ext cx="8576310" cy="17100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CZ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06" y="326113"/>
            <a:ext cx="4157566" cy="9982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48474" y="714169"/>
            <a:ext cx="19483126" cy="765745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3129" y="13185649"/>
            <a:ext cx="24380871" cy="530352"/>
          </a:xfrm>
          <a:prstGeom prst="rect">
            <a:avLst/>
          </a:prstGeom>
          <a:solidFill>
            <a:srgbClr val="00406D"/>
          </a:solidFill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12700" marR="0" lvl="0" indent="0" defTabSz="457200" eaLnBrk="1" fontAlgn="auto" latinLnBrk="0" hangingPunc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939598"/>
              </a:solidFill>
              <a:effectLst/>
              <a:uLnTx/>
              <a:uFill>
                <a:solidFill>
                  <a:srgbClr val="939598"/>
                </a:solidFill>
              </a:uFill>
              <a:latin typeface="Roboto Regular"/>
              <a:ea typeface="+mn-ea"/>
              <a:sym typeface="Roboto Regular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88397" y="13185648"/>
            <a:ext cx="2392474" cy="53035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1939331" y="12647080"/>
            <a:ext cx="512962" cy="48218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hangingPunct="0"/>
            <a:fld id="{86CB4B4D-7CA3-9044-876B-883B54F8677D}" type="slidenum">
              <a:rPr lang="en-US" altLang="zh-CN" kern="0" smtClean="0"/>
              <a:t>‹#›</a:t>
            </a:fld>
            <a:endParaRPr lang="en-US" altLang="zh-CN" kern="0"/>
          </a:p>
        </p:txBody>
      </p:sp>
    </p:spTree>
    <p:extLst>
      <p:ext uri="{BB962C8B-B14F-4D97-AF65-F5344CB8AC3E}">
        <p14:creationId xmlns:p14="http://schemas.microsoft.com/office/powerpoint/2010/main" val="185486429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6" y="1310004"/>
            <a:ext cx="17397096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8708"/>
            <a:ext cx="24384000" cy="569387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90" y="12948708"/>
            <a:ext cx="1662112" cy="5693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1" y="608331"/>
            <a:ext cx="5297806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2484" y="508494"/>
            <a:ext cx="22454801" cy="1166130"/>
          </a:xfrm>
        </p:spPr>
        <p:txBody>
          <a:bodyPr>
            <a:normAutofit/>
          </a:bodyPr>
          <a:lstStyle>
            <a:lvl1pPr algn="l">
              <a:defRPr sz="6395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6714E-5EDE-4823-A492-4A3F4FD9358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-42987" y="1818607"/>
            <a:ext cx="21260285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6639" y="12761289"/>
            <a:ext cx="3598526" cy="729023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218566" y="1818607"/>
            <a:ext cx="21946869" cy="10798700"/>
          </a:xfrm>
          <a:ln>
            <a:noFill/>
          </a:ln>
        </p:spPr>
        <p:txBody>
          <a:bodyPr/>
          <a:lstStyle>
            <a:lvl1pPr>
              <a:defRPr b="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b="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b="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b="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b="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" y="0"/>
            <a:ext cx="24370855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rgbClr val="005D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F:\桌面文件\ppt底图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079" y="6356"/>
            <a:ext cx="24609009" cy="13709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-38722" y="0"/>
            <a:ext cx="24609650" cy="1371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0000">
                <a:schemeClr val="bg1">
                  <a:alpha val="0"/>
                </a:schemeClr>
              </a:gs>
              <a:gs pos="98000">
                <a:schemeClr val="tx1">
                  <a:alpha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777" tIns="91386" rIns="182777" bIns="91386" anchor="ctr"/>
          <a:lstStyle/>
          <a:p>
            <a:pPr algn="ctr" eaLnBrk="0" hangingPunct="0">
              <a:defRPr/>
            </a:pPr>
            <a:endParaRPr lang="zh-CN" altLang="en-US" sz="400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24370855" cy="13715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7" y="13153765"/>
            <a:ext cx="5068390" cy="39995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06" tIns="45706" rIns="45706" bIns="45706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4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hangingPunct="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hangingPunct="0"/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hangingPunct="0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0" hangingPunct="0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0" hangingPunct="0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ner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图形 2"/>
          <p:cNvGrpSpPr/>
          <p:nvPr userDrawn="1"/>
        </p:nvGrpSpPr>
        <p:grpSpPr>
          <a:xfrm>
            <a:off x="719761" y="822012"/>
            <a:ext cx="4423742" cy="1091448"/>
            <a:chOff x="154" y="3849680"/>
            <a:chExt cx="24382305" cy="6015724"/>
          </a:xfrm>
        </p:grpSpPr>
        <p:sp>
          <p:nvSpPr>
            <p:cNvPr id="5" name="任意形状 4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6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7" name="任意形状 6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8255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8" name="任意形状 7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8255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9" name="任意形状 8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8255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0" name="任意形状 9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8255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1" name="任意形状 10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8255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任意形状 11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8255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任意形状 12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8255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形状 13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8255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形状 14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8255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0" name="Rectangle 111"/>
          <p:cNvSpPr txBox="1"/>
          <p:nvPr userDrawn="1"/>
        </p:nvSpPr>
        <p:spPr>
          <a:xfrm>
            <a:off x="21330422" y="12964326"/>
            <a:ext cx="240482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lIns="45720" rIns="45720" anchor="ctr">
            <a:spAutoFit/>
          </a:bodyPr>
          <a:lstStyle/>
          <a:p>
            <a:pPr marL="0" marR="0" lvl="0" indent="0" algn="r" defTabSz="8255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8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Conﬁdential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85000"/>
                  </a:srgb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 |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85000"/>
                  </a:srgb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保密文件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85000"/>
                </a:srgbClr>
              </a:solidFill>
              <a:effectLst/>
              <a:uLnTx/>
              <a:uFillTx/>
              <a:latin typeface="微软雅黑" panose="020B0703020204020201" pitchFamily="34" charset="-122"/>
              <a:ea typeface="微软雅黑" panose="020B0703020204020201" pitchFamily="34" charset="-122"/>
              <a:sym typeface="Arial" panose="020B0604020202020204"/>
            </a:endParaRPr>
          </a:p>
        </p:txBody>
      </p:sp>
      <p:cxnSp>
        <p:nvCxnSpPr>
          <p:cNvPr id="21" name="Gerade Verbindung 78"/>
          <p:cNvCxnSpPr/>
          <p:nvPr userDrawn="1"/>
        </p:nvCxnSpPr>
        <p:spPr>
          <a:xfrm>
            <a:off x="1006855" y="2032634"/>
            <a:ext cx="22235722" cy="0"/>
          </a:xfrm>
          <a:prstGeom prst="line">
            <a:avLst/>
          </a:prstGeom>
          <a:noFill/>
          <a:ln w="12700" cap="flat">
            <a:solidFill>
              <a:schemeClr val="accent5">
                <a:lumMod val="7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Gerade Verbindung 78"/>
          <p:cNvCxnSpPr/>
          <p:nvPr userDrawn="1"/>
        </p:nvCxnSpPr>
        <p:spPr>
          <a:xfrm>
            <a:off x="1006855" y="575310"/>
            <a:ext cx="22235722" cy="0"/>
          </a:xfrm>
          <a:prstGeom prst="line">
            <a:avLst/>
          </a:prstGeom>
          <a:noFill/>
          <a:ln w="12700" cap="flat">
            <a:solidFill>
              <a:schemeClr val="accent5">
                <a:lumMod val="7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任意形状 31"/>
          <p:cNvSpPr/>
          <p:nvPr userDrawn="1"/>
        </p:nvSpPr>
        <p:spPr>
          <a:xfrm>
            <a:off x="0" y="12776832"/>
            <a:ext cx="3846388" cy="407940"/>
          </a:xfrm>
          <a:custGeom>
            <a:avLst/>
            <a:gdLst>
              <a:gd name="connsiteX0" fmla="*/ 3911089 w 3929057"/>
              <a:gd name="connsiteY0" fmla="*/ -85 h 479505"/>
              <a:gd name="connsiteX1" fmla="*/ -17968 w 3929057"/>
              <a:gd name="connsiteY1" fmla="*/ 9178 h 479505"/>
              <a:gd name="connsiteX2" fmla="*/ -17968 w 3929057"/>
              <a:gd name="connsiteY2" fmla="*/ 479420 h 479505"/>
              <a:gd name="connsiteX3" fmla="*/ 3568190 w 3929057"/>
              <a:gd name="connsiteY3" fmla="*/ 470157 h 479505"/>
              <a:gd name="connsiteX4" fmla="*/ 3911089 w 3929057"/>
              <a:gd name="connsiteY4" fmla="*/ -85 h 4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9057" h="479505">
                <a:moveTo>
                  <a:pt x="3911089" y="-85"/>
                </a:moveTo>
                <a:lnTo>
                  <a:pt x="-17968" y="9178"/>
                </a:lnTo>
                <a:lnTo>
                  <a:pt x="-17968" y="479420"/>
                </a:lnTo>
                <a:lnTo>
                  <a:pt x="3568190" y="470157"/>
                </a:lnTo>
                <a:lnTo>
                  <a:pt x="3911089" y="-85"/>
                </a:lnTo>
                <a:close/>
              </a:path>
            </a:pathLst>
          </a:custGeom>
          <a:solidFill>
            <a:srgbClr val="3A6BB3"/>
          </a:solidFill>
          <a:ln w="9525" cap="flat">
            <a:noFill/>
            <a:prstDash val="solid"/>
            <a:round/>
          </a:ln>
        </p:spPr>
        <p:txBody>
          <a:bodyPr rtlCol="0" anchor="ctr"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967960" y="12823235"/>
            <a:ext cx="375104" cy="348814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5"/>
                </a:solidFill>
                <a:latin typeface="微软雅黑" panose="020B0703020204020201" pitchFamily="34" charset="-122"/>
                <a:ea typeface="微软雅黑" panose="020B0703020204020201" pitchFamily="34" charset="-122"/>
              </a:defRPr>
            </a:lvl1pPr>
          </a:lstStyle>
          <a:p>
            <a:pPr eaLnBrk="0" hangingPunct="0"/>
            <a:fld id="{86CB4B4D-7CA3-9044-876B-883B54F8677D}" type="slidenum">
              <a:rPr lang="en-US" altLang="zh-CN" smtClean="0">
                <a:solidFill>
                  <a:srgbClr val="4472C4"/>
                </a:solidFill>
              </a:rPr>
              <a:t>‹#›</a:t>
            </a:fld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34" name="Brand Guidelines…"/>
          <p:cNvSpPr txBox="1"/>
          <p:nvPr userDrawn="1"/>
        </p:nvSpPr>
        <p:spPr>
          <a:xfrm>
            <a:off x="1256326" y="12847163"/>
            <a:ext cx="1711636" cy="3248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12700" marR="0" lvl="0" indent="0" algn="l" defTabSz="4572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400" spc="-61">
                <a:solidFill>
                  <a:srgbClr val="00406D"/>
                </a:solidFill>
                <a:uFill>
                  <a:solidFill>
                    <a:srgbClr val="00406D"/>
                  </a:solidFill>
                </a:uFill>
                <a:latin typeface="+mn-lt"/>
                <a:ea typeface="+mn-ea"/>
                <a:cs typeface="+mn-cs"/>
                <a:sym typeface="Roboto Regular"/>
              </a:defRPr>
            </a:pPr>
            <a:r>
              <a:rPr kumimoji="0" lang="en-US" altLang="zh-CN" sz="1600" b="0" i="0" u="none" strike="noStrike" kern="1200" cap="none" spc="-62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>
                  <a:solidFill>
                    <a:srgbClr val="00406D"/>
                  </a:solidFill>
                </a:uFill>
                <a:latin typeface="微软雅黑" panose="020B0703020204020201" pitchFamily="34" charset="-122"/>
                <a:ea typeface="微软雅黑" panose="020B0703020204020201" pitchFamily="34" charset="-122"/>
                <a:sym typeface="Roboto Regular"/>
              </a:rPr>
              <a:t>Asymchem</a:t>
            </a:r>
            <a:r>
              <a:rPr kumimoji="0" lang="zh-CN" altLang="en-US" sz="1600" b="0" i="0" u="none" strike="noStrike" kern="1200" cap="none" spc="-62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>
                  <a:solidFill>
                    <a:srgbClr val="00406D"/>
                  </a:solidFill>
                </a:uFill>
                <a:latin typeface="微软雅黑" panose="020B0703020204020201" pitchFamily="34" charset="-122"/>
                <a:ea typeface="微软雅黑" panose="020B0703020204020201" pitchFamily="34" charset="-122"/>
                <a:sym typeface="Roboto Regular"/>
              </a:rPr>
              <a:t> </a:t>
            </a:r>
            <a:r>
              <a:rPr kumimoji="0" lang="en-US" altLang="zh-CN" sz="1600" b="0" i="0" u="none" strike="noStrike" kern="1200" cap="none" spc="-62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>
                  <a:solidFill>
                    <a:srgbClr val="00406D"/>
                  </a:solidFill>
                </a:uFill>
                <a:latin typeface="微软雅黑" panose="020B0703020204020201" pitchFamily="34" charset="-122"/>
                <a:ea typeface="微软雅黑" panose="020B0703020204020201" pitchFamily="34" charset="-122"/>
                <a:sym typeface="Roboto Regular"/>
              </a:rPr>
              <a:t>Labs.</a:t>
            </a:r>
            <a:endParaRPr kumimoji="0" sz="1600" b="0" i="0" u="none" strike="noStrike" kern="1200" cap="none" spc="-62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>
                <a:solidFill>
                  <a:srgbClr val="00406D"/>
                </a:solidFill>
              </a:uFill>
              <a:latin typeface="微软雅黑" panose="020B0703020204020201" pitchFamily="34" charset="-122"/>
              <a:ea typeface="微软雅黑" panose="020B0703020204020201" pitchFamily="34" charset="-122"/>
              <a:sym typeface="Roboto Regular"/>
            </a:endParaRPr>
          </a:p>
          <a:p>
            <a:pPr marL="12700" marR="0" lvl="0" indent="0" algn="l" defTabSz="4572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>
                <a:solidFill>
                  <a:srgbClr val="939598"/>
                </a:solidFill>
                <a:uFill>
                  <a:solidFill>
                    <a:srgbClr val="939598"/>
                  </a:solidFill>
                </a:uFill>
                <a:latin typeface="+mn-lt"/>
                <a:ea typeface="+mn-ea"/>
                <a:cs typeface="+mn-cs"/>
                <a:sym typeface="Roboto Regular"/>
              </a:defRPr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>
                <a:solidFill>
                  <a:srgbClr val="939598"/>
                </a:solidFill>
              </a:uFill>
              <a:latin typeface="微软雅黑" panose="020B0703020204020201" pitchFamily="34" charset="-122"/>
              <a:ea typeface="微软雅黑" panose="020B0703020204020201" pitchFamily="34" charset="-122"/>
              <a:sym typeface="Roboto Regular"/>
            </a:endParaRPr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76200" y="12948708"/>
            <a:ext cx="24536400" cy="569387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098" name="Линия"/>
          <p:cNvSpPr/>
          <p:nvPr userDrawn="1"/>
        </p:nvSpPr>
        <p:spPr>
          <a:xfrm flipV="1">
            <a:off x="9947277" y="1135064"/>
            <a:ext cx="13892214" cy="0"/>
          </a:xfrm>
          <a:prstGeom prst="line">
            <a:avLst/>
          </a:prstGeom>
          <a:ln w="1270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" name="矩形 7"/>
          <p:cNvSpPr/>
          <p:nvPr userDrawn="1"/>
        </p:nvSpPr>
        <p:spPr>
          <a:xfrm>
            <a:off x="974726" y="534458"/>
            <a:ext cx="4724400" cy="569387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7176" y="458788"/>
            <a:ext cx="3621088" cy="722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 userDrawn="1"/>
        </p:nvSpPr>
        <p:spPr>
          <a:xfrm>
            <a:off x="22721889" y="12948708"/>
            <a:ext cx="1738314" cy="5693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3"/>
          </p:nvPr>
        </p:nvSpPr>
        <p:spPr>
          <a:xfrm>
            <a:off x="22800750" y="12483214"/>
            <a:ext cx="381515" cy="446276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hangingPunct="0"/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1905132" y="12578684"/>
            <a:ext cx="581356" cy="55058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微软雅黑" panose="020B0703020204020201" pitchFamily="34" charset="-122"/>
                <a:ea typeface="微软雅黑" panose="020B0703020204020201" pitchFamily="34" charset="-122"/>
              </a:defRPr>
            </a:lvl1pPr>
          </a:lstStyle>
          <a:p>
            <a:pPr algn="ctr" eaLnBrk="0" hangingPunct="0"/>
            <a:fld id="{86CB4B4D-7CA3-9044-876B-883B54F8677D}" type="slidenum">
              <a:rPr lang="en-US" altLang="zh-CN" kern="0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 kern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731521" y="731520"/>
            <a:ext cx="15086330" cy="914400"/>
          </a:xfrm>
        </p:spPr>
        <p:txBody>
          <a:bodyPr/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/>
              <a:t>Division/Therapeutic Area [Edit here]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ctrTitle" hasCustomPrompt="1"/>
          </p:nvPr>
        </p:nvSpPr>
        <p:spPr>
          <a:xfrm>
            <a:off x="731521" y="3108960"/>
            <a:ext cx="15086330" cy="5120640"/>
          </a:xfrm>
        </p:spPr>
        <p:txBody>
          <a:bodyPr anchor="t" anchorCtr="0"/>
          <a:lstStyle>
            <a:lvl1pPr algn="l">
              <a:defRPr sz="12000" b="0" spc="0" baseline="0"/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3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31516" y="8686800"/>
            <a:ext cx="1508760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4000" b="1"/>
            </a:lvl1pPr>
            <a:lvl2pPr marL="0" indent="0" algn="l">
              <a:spcBef>
                <a:spcPts val="0"/>
              </a:spcBef>
              <a:buNone/>
              <a:defRPr sz="4000"/>
            </a:lvl2pPr>
            <a:lvl3pPr marL="0" indent="0" algn="l">
              <a:spcBef>
                <a:spcPts val="0"/>
              </a:spcBef>
              <a:buNone/>
              <a:defRPr sz="4000"/>
            </a:lvl3pPr>
            <a:lvl4pPr marL="0" indent="0" algn="l">
              <a:spcBef>
                <a:spcPts val="0"/>
              </a:spcBef>
              <a:buNone/>
              <a:defRPr sz="4000"/>
            </a:lvl4pPr>
            <a:lvl5pPr marL="0" indent="0" algn="l">
              <a:spcBef>
                <a:spcPts val="0"/>
              </a:spcBef>
              <a:buNone/>
              <a:defRPr sz="4000"/>
            </a:lvl5pPr>
            <a:lvl6pPr marL="0" indent="0" algn="l">
              <a:spcBef>
                <a:spcPts val="0"/>
              </a:spcBef>
              <a:buNone/>
              <a:defRPr sz="4000"/>
            </a:lvl6pPr>
            <a:lvl7pPr marL="0" indent="0" algn="l">
              <a:spcBef>
                <a:spcPts val="0"/>
              </a:spcBef>
              <a:buNone/>
              <a:defRPr sz="4000"/>
            </a:lvl7pPr>
            <a:lvl8pPr marL="0" indent="0" algn="l">
              <a:spcBef>
                <a:spcPts val="0"/>
              </a:spcBef>
              <a:buNone/>
              <a:defRPr sz="4000"/>
            </a:lvl8pPr>
            <a:lvl9pPr marL="0" indent="0" algn="l">
              <a:spcBef>
                <a:spcPts val="0"/>
              </a:spcBef>
              <a:buNone/>
              <a:defRPr sz="4000"/>
            </a:lvl9pPr>
          </a:lstStyle>
          <a:p>
            <a:r>
              <a:rPr lang="en-US"/>
              <a:t>[Month 00, 0000]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31515" y="9875520"/>
            <a:ext cx="15086334" cy="1371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pic>
        <p:nvPicPr>
          <p:cNvPr id="7" name="Bristol Myers Squibb" descr="Bristol Myers Squibb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01376" y="11826192"/>
            <a:ext cx="6520972" cy="1645920"/>
          </a:xfrm>
          <a:prstGeom prst="rect">
            <a:avLst/>
          </a:prstGeom>
          <a:noFill/>
        </p:spPr>
      </p:pic>
      <p:sp>
        <p:nvSpPr>
          <p:cNvPr id="10" name="Disclaimer"/>
          <p:cNvSpPr txBox="1"/>
          <p:nvPr userDrawn="1"/>
        </p:nvSpPr>
        <p:spPr>
          <a:xfrm>
            <a:off x="16410431" y="12514580"/>
            <a:ext cx="7243318" cy="4572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1600" b="0"/>
              <a:t>Highly Confidential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731521" y="731520"/>
            <a:ext cx="15086330" cy="914400"/>
          </a:xfrm>
        </p:spPr>
        <p:txBody>
          <a:bodyPr/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/>
              <a:t>Division/Therapeutic Area [Edit here]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ctrTitle" hasCustomPrompt="1"/>
          </p:nvPr>
        </p:nvSpPr>
        <p:spPr>
          <a:xfrm>
            <a:off x="731521" y="3108960"/>
            <a:ext cx="15086330" cy="5120640"/>
          </a:xfrm>
        </p:spPr>
        <p:txBody>
          <a:bodyPr anchor="t" anchorCtr="0"/>
          <a:lstStyle>
            <a:lvl1pPr algn="l">
              <a:defRPr sz="12000" b="0" spc="0" baseline="0"/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3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31516" y="8686800"/>
            <a:ext cx="1508760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4000" b="1"/>
            </a:lvl1pPr>
            <a:lvl2pPr marL="0" indent="0" algn="l">
              <a:spcBef>
                <a:spcPts val="0"/>
              </a:spcBef>
              <a:buNone/>
              <a:defRPr sz="4000"/>
            </a:lvl2pPr>
            <a:lvl3pPr marL="0" indent="0" algn="l">
              <a:spcBef>
                <a:spcPts val="0"/>
              </a:spcBef>
              <a:buNone/>
              <a:defRPr sz="4000"/>
            </a:lvl3pPr>
            <a:lvl4pPr marL="0" indent="0" algn="l">
              <a:spcBef>
                <a:spcPts val="0"/>
              </a:spcBef>
              <a:buNone/>
              <a:defRPr sz="4000"/>
            </a:lvl4pPr>
            <a:lvl5pPr marL="0" indent="0" algn="l">
              <a:spcBef>
                <a:spcPts val="0"/>
              </a:spcBef>
              <a:buNone/>
              <a:defRPr sz="4000"/>
            </a:lvl5pPr>
            <a:lvl6pPr marL="0" indent="0" algn="l">
              <a:spcBef>
                <a:spcPts val="0"/>
              </a:spcBef>
              <a:buNone/>
              <a:defRPr sz="4000"/>
            </a:lvl6pPr>
            <a:lvl7pPr marL="0" indent="0" algn="l">
              <a:spcBef>
                <a:spcPts val="0"/>
              </a:spcBef>
              <a:buNone/>
              <a:defRPr sz="4000"/>
            </a:lvl7pPr>
            <a:lvl8pPr marL="0" indent="0" algn="l">
              <a:spcBef>
                <a:spcPts val="0"/>
              </a:spcBef>
              <a:buNone/>
              <a:defRPr sz="4000"/>
            </a:lvl8pPr>
            <a:lvl9pPr marL="0" indent="0" algn="l">
              <a:spcBef>
                <a:spcPts val="0"/>
              </a:spcBef>
              <a:buNone/>
              <a:defRPr sz="4000"/>
            </a:lvl9pPr>
          </a:lstStyle>
          <a:p>
            <a:r>
              <a:rPr lang="en-US"/>
              <a:t>[Month 00, 0000]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31515" y="9875520"/>
            <a:ext cx="15086334" cy="1371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pic>
        <p:nvPicPr>
          <p:cNvPr id="7" name="Bristol Myers Squibb" descr="Bristol Myers Squibb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01376" y="11826192"/>
            <a:ext cx="6520972" cy="1645920"/>
          </a:xfrm>
          <a:prstGeom prst="rect">
            <a:avLst/>
          </a:prstGeom>
          <a:noFill/>
        </p:spPr>
      </p:pic>
      <p:sp>
        <p:nvSpPr>
          <p:cNvPr id="8" name="Disclaimer"/>
          <p:cNvSpPr txBox="1"/>
          <p:nvPr userDrawn="1"/>
        </p:nvSpPr>
        <p:spPr>
          <a:xfrm>
            <a:off x="16410431" y="12514580"/>
            <a:ext cx="7243318" cy="4572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1600" b="0"/>
              <a:t>Highly Confidential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rIns="0" numCol="2" spcCol="301752"/>
          <a:lstStyle>
            <a:lvl1pPr marL="822960" indent="-822960">
              <a:buFont typeface="+mj-lt"/>
              <a:buAutoNum type="arabicPeriod"/>
              <a:defRPr/>
            </a:lvl1pPr>
            <a:lvl2pPr marL="1280160" indent="-457200">
              <a:defRPr/>
            </a:lvl2pPr>
            <a:lvl3pPr marL="1737360" indent="-457200">
              <a:defRPr/>
            </a:lvl3pPr>
            <a:lvl4pPr marL="2194560" indent="-457200">
              <a:defRPr/>
            </a:lvl4pPr>
            <a:lvl5pPr marL="2651760" indent="-457200">
              <a:defRPr/>
            </a:lvl5pPr>
            <a:lvl6pPr marL="3108960" indent="-457200">
              <a:defRPr/>
            </a:lvl6pPr>
            <a:lvl7pPr marL="3566160" indent="-457200">
              <a:defRPr/>
            </a:lvl7pPr>
            <a:lvl8pPr marL="4023360" indent="-457200">
              <a:defRPr/>
            </a:lvl8pPr>
            <a:lvl9pPr marL="4480560" indent="-457200">
              <a:defRPr/>
            </a:lvl9pPr>
          </a:lstStyle>
          <a:p>
            <a:pPr lvl="0"/>
            <a:r>
              <a:rPr lang="en-US"/>
              <a:t>[Agenda item]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16" y="3108960"/>
            <a:ext cx="11155680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96800" y="3108960"/>
            <a:ext cx="11155680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3108960"/>
            <a:ext cx="7242048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0976" y="3108960"/>
            <a:ext cx="7242048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3"/>
          </p:nvPr>
        </p:nvSpPr>
        <p:spPr>
          <a:xfrm>
            <a:off x="16410432" y="3108960"/>
            <a:ext cx="7242048" cy="914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3108960"/>
            <a:ext cx="5285232" cy="914400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2" y="3108960"/>
            <a:ext cx="5283196" cy="914400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3"/>
          </p:nvPr>
        </p:nvSpPr>
        <p:spPr>
          <a:xfrm>
            <a:off x="12496800" y="3108960"/>
            <a:ext cx="5283200" cy="914400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quarter" idx="14"/>
          </p:nvPr>
        </p:nvSpPr>
        <p:spPr>
          <a:xfrm>
            <a:off x="18367248" y="3108960"/>
            <a:ext cx="5285232" cy="914400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3108960"/>
            <a:ext cx="7237984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3008" y="3108960"/>
            <a:ext cx="15079472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3108960"/>
            <a:ext cx="15079472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14496" y="3108960"/>
            <a:ext cx="7237984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nent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1520" y="3108958"/>
            <a:ext cx="17048480" cy="9144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2000" b="0" spc="0" baseline="0">
                <a:solidFill>
                  <a:schemeClr val="tx1"/>
                </a:solidFill>
                <a:latin typeface="+mn-lt"/>
              </a:defRPr>
            </a:lvl1pPr>
            <a:lvl2pPr marL="457200">
              <a:spcBef>
                <a:spcPts val="2400"/>
              </a:spcBef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  <a:lvl6pPr marL="2286000">
              <a:defRPr/>
            </a:lvl6pPr>
            <a:lvl7pPr marL="2743200">
              <a:defRPr/>
            </a:lvl7pPr>
            <a:lvl8pPr marL="3200400">
              <a:defRPr/>
            </a:lvl8pPr>
            <a:lvl9pPr marL="36576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n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10856976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3108960"/>
            <a:ext cx="10856976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2192000" y="0"/>
            <a:ext cx="12192000" cy="13716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10856976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3108960"/>
            <a:ext cx="10856976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219200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12192000" y="6858000"/>
            <a:ext cx="12192000" cy="6858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10856976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3108960"/>
            <a:ext cx="10856976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219200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12192000" y="6858000"/>
            <a:ext cx="6089904" cy="6858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8281904" y="6858000"/>
            <a:ext cx="6102096" cy="6858000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10856976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3108960"/>
            <a:ext cx="10856976" cy="9144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219200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12192000" y="6858000"/>
            <a:ext cx="6089904" cy="6858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8281904" y="6858000"/>
            <a:ext cx="6102096" cy="3438144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8281904" y="10296144"/>
            <a:ext cx="6102096" cy="3419856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731520"/>
            <a:ext cx="22920960" cy="18288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30252" y="3105150"/>
            <a:ext cx="5285232" cy="3474716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731520" y="6949440"/>
            <a:ext cx="5285232" cy="5303520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6603998" y="3105150"/>
            <a:ext cx="5285232" cy="3474716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604000" y="6949440"/>
            <a:ext cx="5285232" cy="5303520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12496800" y="3105150"/>
            <a:ext cx="5285232" cy="3474716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12496800" y="6949440"/>
            <a:ext cx="5285232" cy="5303520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18367248" y="3105150"/>
            <a:ext cx="5285232" cy="3474716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18364200" y="6949440"/>
            <a:ext cx="5285232" cy="5303520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24384000" cy="13716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731516" y="730250"/>
            <a:ext cx="15079984" cy="18288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64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730251" y="3108960"/>
            <a:ext cx="15080742" cy="5486400"/>
          </a:xfrm>
        </p:spPr>
        <p:txBody>
          <a:bodyPr anchor="t" anchorCtr="0"/>
          <a:lstStyle>
            <a:lvl1pPr>
              <a:defRPr sz="12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ristol Myers Squibb" descr="Bristol Myers Squibb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291840" y="4389120"/>
            <a:ext cx="18113812" cy="45720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ristol Myers Squibb" descr="Bristol Myers Squibb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01376" y="11826192"/>
            <a:ext cx="6520968" cy="1645920"/>
          </a:xfrm>
          <a:prstGeom prst="rect">
            <a:avLst/>
          </a:prstGeom>
          <a:noFill/>
        </p:spPr>
      </p:pic>
      <p:sp>
        <p:nvSpPr>
          <p:cNvPr id="8" name="Thank You"/>
          <p:cNvSpPr txBox="1"/>
          <p:nvPr userDrawn="1"/>
        </p:nvSpPr>
        <p:spPr>
          <a:xfrm>
            <a:off x="731521" y="3108960"/>
            <a:ext cx="15086330" cy="3657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0"/>
              <a:t>Thank you</a:t>
            </a:r>
          </a:p>
        </p:txBody>
      </p:sp>
      <p:sp>
        <p:nvSpPr>
          <p:cNvPr id="5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731521" y="8869680"/>
            <a:ext cx="15086330" cy="27432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8634930" y="12449263"/>
            <a:ext cx="1850312" cy="730250"/>
          </a:xfrm>
          <a:prstGeom prst="rect">
            <a:avLst/>
          </a:prstGeom>
        </p:spPr>
        <p:txBody>
          <a:bodyPr/>
          <a:lstStyle/>
          <a:p>
            <a:fld id="{DE8BFAF5-F730-604C-8F9A-B75F628087F6}" type="datetime3">
              <a:rPr lang="en-US" smtClean="0">
                <a:solidFill>
                  <a:prstClr val="black"/>
                </a:solidFill>
              </a:rPr>
              <a:t>18 September 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70049" y="12449263"/>
            <a:ext cx="13366634" cy="730250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688440" y="12449263"/>
            <a:ext cx="1219200" cy="730250"/>
          </a:xfrm>
          <a:prstGeom prst="rect">
            <a:avLst/>
          </a:prstGeom>
        </p:spPr>
        <p:txBody>
          <a:bodyPr/>
          <a:lstStyle/>
          <a:p>
            <a:fld id="{1D72EBF8-7CF5-44B7-B2BF-E22DE4D0703D}" type="slidenum">
              <a:rPr lang="en-US" smtClean="0">
                <a:solidFill>
                  <a:prstClr val="black"/>
                </a:solidFill>
              </a:r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1828800" y="3072384"/>
            <a:ext cx="9753600" cy="7754112"/>
          </a:xfrm>
        </p:spPr>
        <p:txBody>
          <a:bodyPr/>
          <a:lstStyle>
            <a:lvl2pPr marL="1139825" indent="-457200">
              <a:buFont typeface="Lucida Grande"/>
              <a:buChar char="-"/>
              <a:defRPr/>
            </a:lvl2pPr>
            <a:lvl3pPr marL="1597025" indent="-457200">
              <a:buFont typeface="Lucida Grande"/>
              <a:buChar char="-"/>
              <a:defRPr/>
            </a:lvl3pPr>
            <a:lvl4pPr marL="2057400" indent="-460375">
              <a:buFont typeface="Lucida Grande"/>
              <a:buChar char="-"/>
              <a:defRPr/>
            </a:lvl4pPr>
            <a:lvl5pPr marL="2514600" indent="-457200">
              <a:buFont typeface="Lucida Grande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12801600" y="3072384"/>
            <a:ext cx="9753600" cy="7754112"/>
          </a:xfrm>
        </p:spPr>
        <p:txBody>
          <a:bodyPr/>
          <a:lstStyle>
            <a:lvl2pPr marL="1139825" indent="-457200">
              <a:buFont typeface="Lucida Grande"/>
              <a:buChar char="-"/>
              <a:defRPr/>
            </a:lvl2pPr>
            <a:lvl3pPr marL="1597025" indent="-457200">
              <a:buFont typeface="Lucida Grande"/>
              <a:buChar char="-"/>
              <a:defRPr/>
            </a:lvl3pPr>
            <a:lvl4pPr marL="2057400" indent="-460375">
              <a:buFont typeface="Lucida Grande"/>
              <a:buChar char="-"/>
              <a:defRPr/>
            </a:lvl4pPr>
            <a:lvl5pPr marL="2514600" indent="-457200">
              <a:buFont typeface="Lucida Grande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8634932" y="12449267"/>
            <a:ext cx="1850312" cy="730250"/>
          </a:xfrm>
          <a:prstGeom prst="rect">
            <a:avLst/>
          </a:prstGeom>
        </p:spPr>
        <p:txBody>
          <a:bodyPr/>
          <a:lstStyle/>
          <a:p>
            <a:pPr algn="ctr" defTabSz="1371600">
              <a:lnSpc>
                <a:spcPct val="90000"/>
              </a:lnSpc>
              <a:defRPr/>
            </a:pPr>
            <a:fld id="{DE8BFAF5-F730-604C-8F9A-B75F628087F6}" type="datetime3">
              <a:rPr lang="en-US" sz="27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18 September 2026</a:t>
            </a:fld>
            <a:endParaRPr lang="en-US" sz="2700" b="1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70049" y="12449267"/>
            <a:ext cx="13366634" cy="730250"/>
          </a:xfrm>
          <a:prstGeom prst="rect">
            <a:avLst/>
          </a:prstGeom>
        </p:spPr>
        <p:txBody>
          <a:bodyPr/>
          <a:lstStyle/>
          <a:p>
            <a:pPr algn="ctr" defTabSz="1371600">
              <a:lnSpc>
                <a:spcPct val="90000"/>
              </a:lnSpc>
              <a:defRPr/>
            </a:pPr>
            <a:endParaRPr lang="en-US" sz="2700" b="1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688440" y="12449267"/>
            <a:ext cx="1219200" cy="730250"/>
          </a:xfrm>
          <a:prstGeom prst="rect">
            <a:avLst/>
          </a:prstGeom>
        </p:spPr>
        <p:txBody>
          <a:bodyPr/>
          <a:lstStyle/>
          <a:p>
            <a:pPr algn="ctr" defTabSz="1371600">
              <a:lnSpc>
                <a:spcPct val="90000"/>
              </a:lnSpc>
              <a:defRPr/>
            </a:pPr>
            <a:fld id="{1D72EBF8-7CF5-44B7-B2BF-E22DE4D0703D}" type="slidenum">
              <a:rPr lang="en-US" sz="270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‹#›</a:t>
            </a:fld>
            <a:endParaRPr lang="en-US" sz="270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1828800" y="3072389"/>
            <a:ext cx="9753600" cy="3693318"/>
          </a:xfrm>
        </p:spPr>
        <p:txBody>
          <a:bodyPr/>
          <a:lstStyle>
            <a:lvl2pPr marL="854710" indent="-342900">
              <a:buFont typeface="Lucida Grande"/>
              <a:buChar char="-"/>
              <a:defRPr/>
            </a:lvl2pPr>
            <a:lvl3pPr marL="1197610" indent="-342900">
              <a:buFont typeface="Lucida Grande"/>
              <a:buChar char="-"/>
              <a:defRPr/>
            </a:lvl3pPr>
            <a:lvl4pPr marL="1543050" indent="-345440">
              <a:buFont typeface="Lucida Grande"/>
              <a:buChar char="-"/>
              <a:defRPr/>
            </a:lvl4pPr>
            <a:lvl5pPr marL="1885950" indent="-342900">
              <a:buFont typeface="Lucida Grande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12801600" y="3072389"/>
            <a:ext cx="9753600" cy="3693318"/>
          </a:xfrm>
        </p:spPr>
        <p:txBody>
          <a:bodyPr/>
          <a:lstStyle>
            <a:lvl2pPr marL="854710" indent="-342900">
              <a:buFont typeface="Lucida Grande"/>
              <a:buChar char="-"/>
              <a:defRPr/>
            </a:lvl2pPr>
            <a:lvl3pPr marL="1197610" indent="-342900">
              <a:buFont typeface="Lucida Grande"/>
              <a:buChar char="-"/>
              <a:defRPr/>
            </a:lvl3pPr>
            <a:lvl4pPr marL="1543050" indent="-345440">
              <a:buFont typeface="Lucida Grande"/>
              <a:buChar char="-"/>
              <a:defRPr/>
            </a:lvl4pPr>
            <a:lvl5pPr marL="1885950" indent="-342900">
              <a:buFont typeface="Lucida Grande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30469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30469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7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79805">
              <a:defRPr/>
            </a:pPr>
            <a:endParaRPr lang="en-IE" sz="1125" b="1">
              <a:solidFill>
                <a:prstClr val="black">
                  <a:tint val="75000"/>
                </a:prstClr>
              </a:solidFill>
              <a:latin typeface="Gill Sans MT" panose="020B0502020104020203" pitchFamily="34" charset="0"/>
            </a:endParaRPr>
          </a:p>
          <a:p>
            <a:pPr>
              <a:defRPr/>
            </a:pPr>
            <a:r>
              <a:rPr lang="en-IE" sz="1125" b="1">
                <a:solidFill>
                  <a:prstClr val="black">
                    <a:lumMod val="75000"/>
                    <a:lumOff val="25000"/>
                  </a:prstClr>
                </a:solidFill>
                <a:latin typeface="Gill Sans MT" panose="020B0502020104020203" pitchFamily="34" charset="0"/>
              </a:rPr>
              <a:t>Add your department name here</a:t>
            </a:r>
          </a:p>
          <a:p>
            <a:pPr>
              <a:defRPr/>
            </a:pPr>
            <a:endParaRPr lang="en-IE" b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860970" y="12712707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</a:defRPr>
            </a:lvl1pPr>
          </a:lstStyle>
          <a:p>
            <a:pPr defTabSz="979805">
              <a:defRPr/>
            </a:pPr>
            <a:r>
              <a:rPr lang="en-IE" b="1">
                <a:solidFill>
                  <a:prstClr val="black">
                    <a:lumMod val="75000"/>
                    <a:lumOff val="25000"/>
                  </a:prstClr>
                </a:solidFill>
              </a:rPr>
              <a:t>Strictly Confidential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344856" y="12712707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</a:defRPr>
            </a:lvl1pPr>
          </a:lstStyle>
          <a:p>
            <a:pPr defTabSz="979805">
              <a:defRPr/>
            </a:pPr>
            <a:fld id="{EADC00B8-FF93-4207-BBEA-D4E8DC58BF03}" type="slidenum">
              <a:rPr lang="en-IE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‹#›</a:t>
            </a:fld>
            <a:endParaRPr lang="en-IE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48914" y="142173"/>
            <a:ext cx="18890192" cy="1166130"/>
          </a:xfrm>
        </p:spPr>
        <p:txBody>
          <a:bodyPr>
            <a:normAutofit/>
          </a:bodyPr>
          <a:lstStyle>
            <a:lvl1pPr algn="l">
              <a:defRPr sz="6395" b="1">
                <a:solidFill>
                  <a:srgbClr val="005DA2"/>
                </a:solidFill>
                <a:latin typeface="微软雅黑" panose="020B0703020204020201" pitchFamily="34" charset="-122"/>
                <a:ea typeface="微软雅黑" panose="020B0703020204020201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16F6714E-5EDE-4823-A492-4A3F4FD9358C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itchFamily="2" charset="-122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itchFamily="2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3123718" y="1386658"/>
            <a:ext cx="21260284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5" y="234798"/>
            <a:ext cx="4750054" cy="962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" y="0"/>
            <a:ext cx="24370854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"/>
            <a:ext cx="24370854" cy="13715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rgbClr val="005D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F:\桌面文件\ppt底图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078" y="6356"/>
            <a:ext cx="24609008" cy="13709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-38721" y="0"/>
            <a:ext cx="24609650" cy="1371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0000">
                <a:schemeClr val="bg1">
                  <a:alpha val="0"/>
                </a:schemeClr>
              </a:gs>
              <a:gs pos="98000">
                <a:schemeClr val="tx1">
                  <a:alpha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776" tIns="91386" rIns="182776" bIns="91386" anchor="ctr"/>
          <a:lstStyle/>
          <a:p>
            <a:pPr marL="0" marR="0" lvl="0" indent="0" algn="ctr" defTabSz="18288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"/>
            <a:ext cx="24370854" cy="13715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B58DE5F1-E0F9-4CCA-92B7-7A6FC4DFEE14}" type="slidenum">
              <a:rPr lang="en-US" smtClean="0">
                <a:solidFill>
                  <a:srgbClr val="595454"/>
                </a:solidFill>
                <a:latin typeface="Trebuchet MS" panose="020B0603020202020204"/>
                <a:ea typeface="+mn-ea"/>
              </a:rPr>
              <a:t>‹#›</a:t>
            </a:fld>
            <a:endParaRPr lang="en-US">
              <a:solidFill>
                <a:srgbClr val="595454"/>
              </a:solidFill>
              <a:latin typeface="Trebuchet MS" panose="020B0603020202020204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48914" y="142173"/>
            <a:ext cx="18890192" cy="1166130"/>
          </a:xfrm>
        </p:spPr>
        <p:txBody>
          <a:bodyPr>
            <a:normAutofit/>
          </a:bodyPr>
          <a:lstStyle>
            <a:lvl1pPr algn="l">
              <a:defRPr sz="6395" b="1">
                <a:solidFill>
                  <a:srgbClr val="005DA2"/>
                </a:solidFill>
                <a:latin typeface="微软雅黑" panose="020B0703020204020201" pitchFamily="34" charset="-122"/>
                <a:ea typeface="微软雅黑" panose="020B0703020204020201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16F6714E-5EDE-4823-A492-4A3F4FD9358C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itchFamily="2" charset="-122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itchFamily="2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3123718" y="1386658"/>
            <a:ext cx="21260284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5" y="234798"/>
            <a:ext cx="4750054" cy="962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" y="0"/>
            <a:ext cx="24370854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"/>
            <a:ext cx="24370854" cy="13715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rgbClr val="005D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F:\桌面文件\ppt底图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078" y="6356"/>
            <a:ext cx="24609008" cy="13709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-38721" y="0"/>
            <a:ext cx="24609650" cy="1371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0000">
                <a:schemeClr val="bg1">
                  <a:alpha val="0"/>
                </a:schemeClr>
              </a:gs>
              <a:gs pos="98000">
                <a:schemeClr val="tx1">
                  <a:alpha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776" tIns="91386" rIns="182776" bIns="91386" anchor="ctr"/>
          <a:lstStyle/>
          <a:p>
            <a:pPr marL="0" marR="0" lvl="0" indent="0" algn="ctr" defTabSz="18288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"/>
            <a:ext cx="24370854" cy="13715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B58DE5F1-E0F9-4CCA-92B7-7A6FC4DFEE14}" type="slidenum">
              <a:rPr lang="en-US" smtClean="0">
                <a:solidFill>
                  <a:srgbClr val="595454"/>
                </a:solidFill>
                <a:latin typeface="Trebuchet MS" panose="020B0603020202020204"/>
                <a:ea typeface="+mn-ea"/>
              </a:rPr>
              <a:t>‹#›</a:t>
            </a:fld>
            <a:endParaRPr lang="en-US">
              <a:solidFill>
                <a:srgbClr val="595454"/>
              </a:solidFill>
              <a:latin typeface="Trebuchet MS" panose="020B0603020202020204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3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oleObject" Target="../embeddings/oleObject1.bin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tags" Target="../tags/tag2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99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tags" Target="../tags/tag1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image" Target="../media/image12.emf"/><Relationship Id="rId10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89.xml"/><Relationship Id="rId44" Type="http://schemas.openxmlformats.org/officeDocument/2006/relationships/vmlDrawing" Target="../drawings/vmlDrawing1.v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theme" Target="../theme/theme6.xml"/><Relationship Id="rId48" Type="http://schemas.openxmlformats.org/officeDocument/2006/relationships/image" Target="../media/image11.emf"/><Relationship Id="rId8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2.xml"/><Relationship Id="rId9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776" r:id="rId7"/>
  </p:sldLayoutIdLst>
  <p:transition spd="med"/>
  <p:hf hdr="0" dt="0"/>
  <p:txStyles>
    <p:title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1" i="0" u="none" strike="noStrike" cap="none" spc="0" baseline="0">
          <a:ln>
            <a:noFill/>
          </a:ln>
          <a:solidFill>
            <a:srgbClr val="272D30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1pPr>
      <a:lvl2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1" i="0" u="none" strike="noStrike" cap="none" spc="0" baseline="0">
          <a:ln>
            <a:noFill/>
          </a:ln>
          <a:solidFill>
            <a:srgbClr val="272D30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2pPr>
      <a:lvl3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1" i="0" u="none" strike="noStrike" cap="none" spc="0" baseline="0">
          <a:ln>
            <a:noFill/>
          </a:ln>
          <a:solidFill>
            <a:srgbClr val="272D30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3pPr>
      <a:lvl4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1" i="0" u="none" strike="noStrike" cap="none" spc="0" baseline="0">
          <a:ln>
            <a:noFill/>
          </a:ln>
          <a:solidFill>
            <a:srgbClr val="272D30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4pPr>
      <a:lvl5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1" i="0" u="none" strike="noStrike" cap="none" spc="0" baseline="0">
          <a:ln>
            <a:noFill/>
          </a:ln>
          <a:solidFill>
            <a:srgbClr val="272D30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5pPr>
      <a:lvl6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1" i="0" u="none" strike="noStrike" cap="none" spc="0" baseline="0">
          <a:ln>
            <a:noFill/>
          </a:ln>
          <a:solidFill>
            <a:srgbClr val="272D30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6pPr>
      <a:lvl7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1" i="0" u="none" strike="noStrike" cap="none" spc="0" baseline="0">
          <a:ln>
            <a:noFill/>
          </a:ln>
          <a:solidFill>
            <a:srgbClr val="272D30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7pPr>
      <a:lvl8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1" i="0" u="none" strike="noStrike" cap="none" spc="0" baseline="0">
          <a:ln>
            <a:noFill/>
          </a:ln>
          <a:solidFill>
            <a:srgbClr val="272D30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8pPr>
      <a:lvl9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1" i="0" u="none" strike="noStrike" cap="none" spc="0" baseline="0">
          <a:ln>
            <a:noFill/>
          </a:ln>
          <a:solidFill>
            <a:srgbClr val="272D30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9pPr>
    </p:titleStyle>
    <p:bodyStyle>
      <a:lvl1pPr marL="0" marR="0" indent="0" algn="l" defTabSz="8255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ln>
            <a:noFill/>
          </a:ln>
          <a:solidFill>
            <a:srgbClr val="9B9A9C"/>
          </a:solidFill>
          <a:uFillTx/>
          <a:latin typeface="Open Sans" panose="020B0606030504020204"/>
          <a:ea typeface="Open Sans" panose="020B0606030504020204"/>
          <a:cs typeface="Open Sans" panose="020B0606030504020204"/>
          <a:sym typeface="Open Sans" panose="020B0606030504020204"/>
        </a:defRPr>
      </a:lvl1pPr>
      <a:lvl2pPr marL="0" marR="0" indent="0" algn="l" defTabSz="8255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ln>
            <a:noFill/>
          </a:ln>
          <a:solidFill>
            <a:srgbClr val="9B9A9C"/>
          </a:solidFill>
          <a:uFillTx/>
          <a:latin typeface="Open Sans" panose="020B0606030504020204"/>
          <a:ea typeface="Open Sans" panose="020B0606030504020204"/>
          <a:cs typeface="Open Sans" panose="020B0606030504020204"/>
          <a:sym typeface="Open Sans" panose="020B0606030504020204"/>
        </a:defRPr>
      </a:lvl2pPr>
      <a:lvl3pPr marL="0" marR="0" indent="0" algn="l" defTabSz="8255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ln>
            <a:noFill/>
          </a:ln>
          <a:solidFill>
            <a:srgbClr val="9B9A9C"/>
          </a:solidFill>
          <a:uFillTx/>
          <a:latin typeface="Open Sans" panose="020B0606030504020204"/>
          <a:ea typeface="Open Sans" panose="020B0606030504020204"/>
          <a:cs typeface="Open Sans" panose="020B0606030504020204"/>
          <a:sym typeface="Open Sans" panose="020B0606030504020204"/>
        </a:defRPr>
      </a:lvl3pPr>
      <a:lvl4pPr marL="0" marR="0" indent="0" algn="l" defTabSz="8255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ln>
            <a:noFill/>
          </a:ln>
          <a:solidFill>
            <a:srgbClr val="9B9A9C"/>
          </a:solidFill>
          <a:uFillTx/>
          <a:latin typeface="Open Sans" panose="020B0606030504020204"/>
          <a:ea typeface="Open Sans" panose="020B0606030504020204"/>
          <a:cs typeface="Open Sans" panose="020B0606030504020204"/>
          <a:sym typeface="Open Sans" panose="020B0606030504020204"/>
        </a:defRPr>
      </a:lvl4pPr>
      <a:lvl5pPr marL="0" marR="0" indent="0" algn="l" defTabSz="8255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ln>
            <a:noFill/>
          </a:ln>
          <a:solidFill>
            <a:srgbClr val="9B9A9C"/>
          </a:solidFill>
          <a:uFillTx/>
          <a:latin typeface="Open Sans" panose="020B0606030504020204"/>
          <a:ea typeface="Open Sans" panose="020B0606030504020204"/>
          <a:cs typeface="Open Sans" panose="020B0606030504020204"/>
          <a:sym typeface="Open Sans" panose="020B0606030504020204"/>
        </a:defRPr>
      </a:lvl5pPr>
      <a:lvl6pPr marL="2565400" marR="0" indent="-279400" algn="l" defTabSz="82550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defRPr sz="2200" b="0" i="0" u="none" strike="noStrike" cap="none" spc="0" baseline="0">
          <a:ln>
            <a:noFill/>
          </a:ln>
          <a:solidFill>
            <a:srgbClr val="9B9A9C"/>
          </a:solidFill>
          <a:uFillTx/>
          <a:latin typeface="Open Sans" panose="020B0606030504020204"/>
          <a:ea typeface="Open Sans" panose="020B0606030504020204"/>
          <a:cs typeface="Open Sans" panose="020B0606030504020204"/>
          <a:sym typeface="Open Sans" panose="020B0606030504020204"/>
        </a:defRPr>
      </a:lvl6pPr>
      <a:lvl7pPr marL="3022600" marR="0" indent="-279400" algn="l" defTabSz="82550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defRPr sz="2200" b="0" i="0" u="none" strike="noStrike" cap="none" spc="0" baseline="0">
          <a:ln>
            <a:noFill/>
          </a:ln>
          <a:solidFill>
            <a:srgbClr val="9B9A9C"/>
          </a:solidFill>
          <a:uFillTx/>
          <a:latin typeface="Open Sans" panose="020B0606030504020204"/>
          <a:ea typeface="Open Sans" panose="020B0606030504020204"/>
          <a:cs typeface="Open Sans" panose="020B0606030504020204"/>
          <a:sym typeface="Open Sans" panose="020B0606030504020204"/>
        </a:defRPr>
      </a:lvl7pPr>
      <a:lvl8pPr marL="3479800" marR="0" indent="-279400" algn="l" defTabSz="82550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defRPr sz="2200" b="0" i="0" u="none" strike="noStrike" cap="none" spc="0" baseline="0">
          <a:ln>
            <a:noFill/>
          </a:ln>
          <a:solidFill>
            <a:srgbClr val="9B9A9C"/>
          </a:solidFill>
          <a:uFillTx/>
          <a:latin typeface="Open Sans" panose="020B0606030504020204"/>
          <a:ea typeface="Open Sans" panose="020B0606030504020204"/>
          <a:cs typeface="Open Sans" panose="020B0606030504020204"/>
          <a:sym typeface="Open Sans" panose="020B0606030504020204"/>
        </a:defRPr>
      </a:lvl8pPr>
      <a:lvl9pPr marL="3937000" marR="0" indent="-279400" algn="l" defTabSz="82550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defRPr sz="2200" b="0" i="0" u="none" strike="noStrike" cap="none" spc="0" baseline="0">
          <a:ln>
            <a:noFill/>
          </a:ln>
          <a:solidFill>
            <a:srgbClr val="9B9A9C"/>
          </a:solidFill>
          <a:uFillTx/>
          <a:latin typeface="Open Sans" panose="020B0606030504020204"/>
          <a:ea typeface="Open Sans" panose="020B0606030504020204"/>
          <a:cs typeface="Open Sans" panose="020B0606030504020204"/>
          <a:sym typeface="Open Sans" panose="020B0606030504020204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 panose="020B0606030504020204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 panose="020B0606030504020204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 panose="020B0606030504020204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 panose="020B0606030504020204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 panose="020B0606030504020204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 panose="020B0606030504020204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 panose="020B0606030504020204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 panose="020B0606030504020204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 panose="020B0606030504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18566" y="549151"/>
            <a:ext cx="21946869" cy="22854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8566" y="3199659"/>
            <a:ext cx="21946869" cy="9053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475629" y="12712935"/>
            <a:ext cx="5689811" cy="7300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6714E-5EDE-4823-A492-4A3F4FD935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</p:sldLayoutIdLst>
  <p:txStyles>
    <p:titleStyle>
      <a:lvl1pPr algn="ctr" defTabSz="1828165" rtl="0" eaLnBrk="1" latinLnBrk="0" hangingPunct="1">
        <a:spcBef>
          <a:spcPct val="0"/>
        </a:spcBef>
        <a:buNone/>
        <a:defRPr sz="8795" b="1" kern="1200">
          <a:solidFill>
            <a:srgbClr val="005DA2"/>
          </a:solidFill>
          <a:latin typeface="微软雅黑" panose="020B0703020204020201" pitchFamily="34" charset="-122"/>
          <a:ea typeface="微软雅黑" panose="020B0703020204020201" pitchFamily="34" charset="-122"/>
          <a:cs typeface="+mj-cs"/>
        </a:defRPr>
      </a:lvl1pPr>
    </p:titleStyle>
    <p:bodyStyle>
      <a:lvl1pPr marL="685165" indent="-685165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6395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1pPr>
      <a:lvl2pPr marL="1485265" indent="-5715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–"/>
        <a:defRPr sz="5595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2pPr>
      <a:lvl3pPr marL="2284730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3pPr>
      <a:lvl4pPr marL="319849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4pPr>
      <a:lvl5pPr marL="411289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»"/>
        <a:defRPr sz="40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5pPr>
      <a:lvl6pPr marL="5026660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042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482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68590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376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16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193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569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6946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386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762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139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0" hangingPunct="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0" hangingPunct="0"/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0" hangingPunct="0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45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" name="think-cell Slide" r:id="rId47" imgW="0" imgH="0" progId="TCLayout.ActiveDocument.1">
                  <p:embed/>
                </p:oleObj>
              </mc:Choice>
              <mc:Fallback>
                <p:oleObj name="think-cell Slide" r:id="rId47" imgW="0" imgH="0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46"/>
            </p:custDataLst>
          </p:nvPr>
        </p:nvSpPr>
        <p:spPr>
          <a:xfrm>
            <a:off x="0" y="0"/>
            <a:ext cx="317500" cy="31750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</a:pPr>
            <a:endParaRPr lang="en-US" sz="6400" b="1" i="0" baseline="0"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22920960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108960"/>
            <a:ext cx="22920960" cy="9144000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Line"/>
          <p:cNvCxnSpPr/>
          <p:nvPr userDrawn="1"/>
        </p:nvCxnSpPr>
        <p:spPr bwMode="black">
          <a:xfrm>
            <a:off x="731520" y="12710160"/>
            <a:ext cx="2292096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5" name="Bristol Myers Squibb" descr="Bristol Myers Squibb"/>
          <p:cNvPicPr>
            <a:picLocks noChangeAspect="1"/>
          </p:cNvPicPr>
          <p:nvPr userDrawn="1"/>
        </p:nvPicPr>
        <p:blipFill>
          <a:blip r:embed="rId49"/>
          <a:stretch>
            <a:fillRect/>
          </a:stretch>
        </p:blipFill>
        <p:spPr bwMode="black">
          <a:xfrm>
            <a:off x="516636" y="12710161"/>
            <a:ext cx="3255264" cy="821642"/>
          </a:xfrm>
          <a:prstGeom prst="rect">
            <a:avLst/>
          </a:prstGeom>
          <a:noFill/>
        </p:spPr>
      </p:pic>
      <p:grpSp>
        <p:nvGrpSpPr>
          <p:cNvPr id="4" name="Group"/>
          <p:cNvGrpSpPr/>
          <p:nvPr userDrawn="1"/>
        </p:nvGrpSpPr>
        <p:grpSpPr>
          <a:xfrm>
            <a:off x="3749040" y="12801601"/>
            <a:ext cx="8075528" cy="798138"/>
            <a:chOff x="1874520" y="6400800"/>
            <a:chExt cx="4037764" cy="399069"/>
          </a:xfrm>
        </p:grpSpPr>
        <p:cxnSp>
          <p:nvCxnSpPr>
            <p:cNvPr id="25" name="Line"/>
            <p:cNvCxnSpPr/>
            <p:nvPr userDrawn="1"/>
          </p:nvCxnSpPr>
          <p:spPr bwMode="black">
            <a:xfrm>
              <a:off x="1874520" y="6458891"/>
              <a:ext cx="0" cy="228600"/>
            </a:xfrm>
            <a:prstGeom prst="line">
              <a:avLst/>
            </a:prstGeom>
            <a:ln w="63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24" name="Division/Therapeutic Area"/>
            <p:cNvSpPr txBox="1"/>
            <p:nvPr userDrawn="1"/>
          </p:nvSpPr>
          <p:spPr>
            <a:xfrm>
              <a:off x="2083968" y="6400800"/>
              <a:ext cx="3828316" cy="39906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buSzPct val="100000"/>
                <a:buFontTx/>
                <a:buNone/>
              </a:pPr>
              <a:r>
                <a:rPr lang="en-US" sz="2200" b="0" err="1">
                  <a:solidFill>
                    <a:schemeClr val="tx1"/>
                  </a:solidFill>
                  <a:effectLst/>
                  <a:latin typeface="+mn-lt"/>
                </a:rPr>
                <a:t>Asymchem</a:t>
              </a:r>
              <a:r>
                <a:rPr lang="en-US" sz="2200" b="0">
                  <a:solidFill>
                    <a:schemeClr val="tx1"/>
                  </a:solidFill>
                  <a:effectLst/>
                  <a:latin typeface="+mn-lt"/>
                </a:rPr>
                <a:t> –</a:t>
              </a:r>
              <a:r>
                <a:rPr lang="en-US" sz="2200" b="0" baseline="0">
                  <a:solidFill>
                    <a:schemeClr val="tx1"/>
                  </a:solidFill>
                  <a:effectLst/>
                  <a:latin typeface="+mn-lt"/>
                </a:rPr>
                <a:t> Operational Review Meeting</a:t>
              </a:r>
              <a:endParaRPr lang="en-US" sz="2200" b="0"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sp>
        <p:nvSpPr>
          <p:cNvPr id="16" name="Disclaimer"/>
          <p:cNvSpPr txBox="1"/>
          <p:nvPr userDrawn="1"/>
        </p:nvSpPr>
        <p:spPr>
          <a:xfrm>
            <a:off x="16410432" y="12858750"/>
            <a:ext cx="6419088" cy="457200"/>
          </a:xfrm>
          <a:prstGeom prst="rect">
            <a:avLst/>
          </a:prstGeom>
          <a:noFill/>
        </p:spPr>
        <p:txBody>
          <a:bodyPr wrap="square" lIns="0" tIns="0" rIns="0" bIns="18288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1600" b="0"/>
              <a:t>Highly Confidential</a:t>
            </a:r>
          </a:p>
        </p:txBody>
      </p:sp>
      <p:sp>
        <p:nvSpPr>
          <p:cNvPr id="6" name="Slide Number Placeholder 3"/>
          <p:cNvSpPr>
            <a:spLocks noGrp="1"/>
          </p:cNvSpPr>
          <p:nvPr userDrawn="1">
            <p:ph type="sldNum" sz="quarter" idx="4"/>
          </p:nvPr>
        </p:nvSpPr>
        <p:spPr>
          <a:xfrm>
            <a:off x="23012400" y="12858750"/>
            <a:ext cx="640080" cy="457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45" r:id="rId35"/>
    <p:sldLayoutId id="2147483746" r:id="rId36"/>
    <p:sldLayoutId id="2147483747" r:id="rId37"/>
    <p:sldLayoutId id="2147483748" r:id="rId38"/>
    <p:sldLayoutId id="2147483749" r:id="rId39"/>
    <p:sldLayoutId id="2147483750" r:id="rId40"/>
    <p:sldLayoutId id="2147483751" r:id="rId41"/>
    <p:sldLayoutId id="2147483752" r:id="rId4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6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100000"/>
        </a:lnSpc>
        <a:spcBef>
          <a:spcPts val="2400"/>
        </a:spcBef>
        <a:buFont typeface="Trebuchet MS" panose="020B0603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1828800" rtl="0" eaLnBrk="1" latinLnBrk="0" hangingPunct="1">
        <a:lnSpc>
          <a:spcPct val="100000"/>
        </a:lnSpc>
        <a:spcBef>
          <a:spcPts val="800"/>
        </a:spcBef>
        <a:buFont typeface="Trebuchet MS" panose="020B0603020202020204" pitchFamily="34" charset="0"/>
        <a:buChar char="—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1828800" rtl="0" eaLnBrk="1" latinLnBrk="0" hangingPunct="1">
        <a:lnSpc>
          <a:spcPct val="100000"/>
        </a:lnSpc>
        <a:spcBef>
          <a:spcPts val="800"/>
        </a:spcBef>
        <a:buFont typeface="Trebuchet MS" panose="020B0603020202020204" pitchFamily="34" charset="0"/>
        <a:buChar char="—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1828800" rtl="0" eaLnBrk="1" latinLnBrk="0" hangingPunct="1">
        <a:lnSpc>
          <a:spcPct val="100000"/>
        </a:lnSpc>
        <a:spcBef>
          <a:spcPts val="800"/>
        </a:spcBef>
        <a:buFont typeface="Trebuchet MS" panose="020B0603020202020204" pitchFamily="34" charset="0"/>
        <a:buChar char="—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1828800" rtl="0" eaLnBrk="1" latinLnBrk="0" hangingPunct="1">
        <a:lnSpc>
          <a:spcPct val="100000"/>
        </a:lnSpc>
        <a:spcBef>
          <a:spcPts val="800"/>
        </a:spcBef>
        <a:buFont typeface="Trebuchet MS" panose="020B0603020202020204" pitchFamily="34" charset="0"/>
        <a:buChar char="—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1828800" rtl="0" eaLnBrk="1" latinLnBrk="0" hangingPunct="1">
        <a:lnSpc>
          <a:spcPct val="100000"/>
        </a:lnSpc>
        <a:spcBef>
          <a:spcPts val="800"/>
        </a:spcBef>
        <a:buFont typeface="Trebuchet MS" panose="020B0603020202020204" pitchFamily="34" charset="0"/>
        <a:buChar char="—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1828800" rtl="0" eaLnBrk="1" latinLnBrk="0" hangingPunct="1">
        <a:lnSpc>
          <a:spcPct val="100000"/>
        </a:lnSpc>
        <a:spcBef>
          <a:spcPts val="800"/>
        </a:spcBef>
        <a:buFont typeface="Trebuchet MS" panose="020B0603020202020204" pitchFamily="34" charset="0"/>
        <a:buChar char="—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1828800" rtl="0" eaLnBrk="1" latinLnBrk="0" hangingPunct="1">
        <a:lnSpc>
          <a:spcPct val="100000"/>
        </a:lnSpc>
        <a:spcBef>
          <a:spcPts val="800"/>
        </a:spcBef>
        <a:buFont typeface="Trebuchet MS" panose="020B0603020202020204" pitchFamily="34" charset="0"/>
        <a:buChar char="—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1828800" rtl="0" eaLnBrk="1" latinLnBrk="0" hangingPunct="1">
        <a:lnSpc>
          <a:spcPct val="100000"/>
        </a:lnSpc>
        <a:spcBef>
          <a:spcPts val="800"/>
        </a:spcBef>
        <a:buFont typeface="Trebuchet MS" panose="020B0603020202020204" pitchFamily="34" charset="0"/>
        <a:buChar char="—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18567" y="549153"/>
            <a:ext cx="21946870" cy="2285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8567" y="3199658"/>
            <a:ext cx="21946870" cy="9053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475631" y="12712936"/>
            <a:ext cx="5689810" cy="73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16F6714E-5EDE-4823-A492-4A3F4FD9358C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itchFamily="2" charset="-122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txStyles>
    <p:titleStyle>
      <a:lvl1pPr algn="ctr" defTabSz="1828165" rtl="0" eaLnBrk="1" latinLnBrk="0" hangingPunct="1">
        <a:spcBef>
          <a:spcPct val="0"/>
        </a:spcBef>
        <a:buNone/>
        <a:defRPr sz="8795" b="1" kern="1200">
          <a:solidFill>
            <a:srgbClr val="005DA2"/>
          </a:solidFill>
          <a:latin typeface="微软雅黑" panose="020B0703020204020201" pitchFamily="34" charset="-122"/>
          <a:ea typeface="微软雅黑" panose="020B0703020204020201" pitchFamily="34" charset="-122"/>
          <a:cs typeface="+mj-cs"/>
        </a:defRPr>
      </a:lvl1pPr>
    </p:titleStyle>
    <p:bodyStyle>
      <a:lvl1pPr marL="685165" indent="-685165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6395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1pPr>
      <a:lvl2pPr marL="1485265" indent="-5715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–"/>
        <a:defRPr sz="56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2pPr>
      <a:lvl3pPr marL="2284730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3pPr>
      <a:lvl4pPr marL="319849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4pPr>
      <a:lvl5pPr marL="411289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»"/>
        <a:defRPr sz="40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5pPr>
      <a:lvl6pPr marL="5026660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042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482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68590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376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16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193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569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6946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386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762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139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18567" y="549153"/>
            <a:ext cx="21946870" cy="2285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8567" y="3199658"/>
            <a:ext cx="21946870" cy="9053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475631" y="12712936"/>
            <a:ext cx="5689810" cy="73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16F6714E-5EDE-4823-A492-4A3F4FD9358C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itchFamily="2" charset="-122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</p:sldLayoutIdLst>
  <p:txStyles>
    <p:titleStyle>
      <a:lvl1pPr algn="ctr" defTabSz="1828165" rtl="0" eaLnBrk="1" latinLnBrk="0" hangingPunct="1">
        <a:spcBef>
          <a:spcPct val="0"/>
        </a:spcBef>
        <a:buNone/>
        <a:defRPr sz="8795" b="1" kern="1200">
          <a:solidFill>
            <a:srgbClr val="005DA2"/>
          </a:solidFill>
          <a:latin typeface="微软雅黑" panose="020B0703020204020201" pitchFamily="34" charset="-122"/>
          <a:ea typeface="微软雅黑" panose="020B0703020204020201" pitchFamily="34" charset="-122"/>
          <a:cs typeface="+mj-cs"/>
        </a:defRPr>
      </a:lvl1pPr>
    </p:titleStyle>
    <p:bodyStyle>
      <a:lvl1pPr marL="685165" indent="-685165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6395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1pPr>
      <a:lvl2pPr marL="1485265" indent="-5715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–"/>
        <a:defRPr sz="56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2pPr>
      <a:lvl3pPr marL="2284730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3pPr>
      <a:lvl4pPr marL="319849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4pPr>
      <a:lvl5pPr marL="411289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»"/>
        <a:defRPr sz="4000" b="1" kern="1200">
          <a:solidFill>
            <a:schemeClr val="tx1">
              <a:lumMod val="85000"/>
              <a:lumOff val="15000"/>
            </a:schemeClr>
          </a:solidFill>
          <a:latin typeface="微软雅黑" panose="020B0703020204020201" pitchFamily="34" charset="-122"/>
          <a:ea typeface="微软雅黑" panose="020B0703020204020201" pitchFamily="34" charset="-122"/>
          <a:cs typeface="+mn-cs"/>
        </a:defRPr>
      </a:lvl5pPr>
      <a:lvl6pPr marL="5026660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042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4825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68590" indent="-457200" algn="l" defTabSz="18281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376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16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193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569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6946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386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762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139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esign is not just what it looks like and feels like. Design is how it works.…"/>
          <p:cNvSpPr txBox="1"/>
          <p:nvPr/>
        </p:nvSpPr>
        <p:spPr>
          <a:xfrm>
            <a:off x="540049" y="12888041"/>
            <a:ext cx="3248822" cy="52719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13548" defTabSz="457206">
              <a:lnSpc>
                <a:spcPct val="110000"/>
              </a:lnSpc>
              <a:defRPr sz="3400" spc="-61">
                <a:solidFill>
                  <a:srgbClr val="00406D"/>
                </a:solidFill>
                <a:uFill>
                  <a:solidFill>
                    <a:srgbClr val="00406D"/>
                  </a:solidFill>
                </a:uFill>
                <a:latin typeface="+mn-lt"/>
                <a:ea typeface="+mn-ea"/>
                <a:cs typeface="+mn-cs"/>
                <a:sym typeface="Roboto Regular"/>
              </a:defRPr>
            </a:pPr>
            <a:r>
              <a:rPr lang="en-US" altLang="zh-CN" sz="3200" b="1" kern="0" spc="-62" dirty="0" err="1">
                <a:solidFill>
                  <a:srgbClr val="002060"/>
                </a:solidFill>
                <a:uFill>
                  <a:solidFill>
                    <a:srgbClr val="00406D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sym typeface="Roboto Regular"/>
              </a:rPr>
              <a:t>Asymchem</a:t>
            </a:r>
            <a:r>
              <a:rPr lang="zh-CN" altLang="en-US" sz="3200" b="1" kern="0" spc="-62" dirty="0">
                <a:solidFill>
                  <a:srgbClr val="002060"/>
                </a:solidFill>
                <a:uFill>
                  <a:solidFill>
                    <a:srgbClr val="00406D"/>
                  </a:solidFill>
                </a:uFill>
                <a:latin typeface="Cambria" panose="02040503050406030204" pitchFamily="18" charset="0"/>
                <a:sym typeface="Roboto Regular"/>
              </a:rPr>
              <a:t> </a:t>
            </a:r>
            <a:r>
              <a:rPr lang="en-US" altLang="zh-CN" sz="3200" b="1" kern="0" spc="-62" dirty="0">
                <a:solidFill>
                  <a:srgbClr val="002060"/>
                </a:solidFill>
                <a:uFill>
                  <a:solidFill>
                    <a:srgbClr val="00406D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sym typeface="Roboto Regular"/>
              </a:rPr>
              <a:t>Labs.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-19109" y="13528432"/>
            <a:ext cx="24403110" cy="187568"/>
            <a:chOff x="-19110" y="13384741"/>
            <a:chExt cx="21484637" cy="331259"/>
          </a:xfrm>
        </p:grpSpPr>
        <p:sp>
          <p:nvSpPr>
            <p:cNvPr id="29" name="Rectangle 13"/>
            <p:cNvSpPr/>
            <p:nvPr/>
          </p:nvSpPr>
          <p:spPr>
            <a:xfrm>
              <a:off x="12215920" y="13384741"/>
              <a:ext cx="4055870" cy="331259"/>
            </a:xfrm>
            <a:prstGeom prst="rect">
              <a:avLst/>
            </a:prstGeom>
            <a:solidFill>
              <a:srgbClr val="3BCE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2">
                <a:defRPr/>
              </a:pPr>
              <a:endParaRPr lang="en-ID" sz="1800" dirty="0">
                <a:solidFill>
                  <a:prstClr val="white"/>
                </a:solidFill>
                <a:latin typeface="Calibri"/>
                <a:sym typeface="Canela Text Regular"/>
              </a:endParaRPr>
            </a:p>
          </p:txBody>
        </p:sp>
        <p:sp>
          <p:nvSpPr>
            <p:cNvPr id="30" name="Rectangle 9"/>
            <p:cNvSpPr/>
            <p:nvPr/>
          </p:nvSpPr>
          <p:spPr>
            <a:xfrm>
              <a:off x="-19110" y="13384741"/>
              <a:ext cx="12235030" cy="331259"/>
            </a:xfrm>
            <a:prstGeom prst="rect">
              <a:avLst/>
            </a:prstGeom>
            <a:solidFill>
              <a:srgbClr val="00AE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2">
                <a:defRPr/>
              </a:pPr>
              <a:endParaRPr lang="en-ID" sz="1800" dirty="0">
                <a:solidFill>
                  <a:prstClr val="white"/>
                </a:solidFill>
                <a:latin typeface="Calibri"/>
                <a:sym typeface="Canela Text Regular"/>
              </a:endParaRPr>
            </a:p>
          </p:txBody>
        </p:sp>
        <p:sp>
          <p:nvSpPr>
            <p:cNvPr id="31" name="Rectangle 14"/>
            <p:cNvSpPr/>
            <p:nvPr/>
          </p:nvSpPr>
          <p:spPr>
            <a:xfrm>
              <a:off x="16271790" y="13384741"/>
              <a:ext cx="5193737" cy="331259"/>
            </a:xfrm>
            <a:prstGeom prst="rect">
              <a:avLst/>
            </a:prstGeom>
            <a:solidFill>
              <a:srgbClr val="2E5A9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2">
                <a:defRPr/>
              </a:pPr>
              <a:endParaRPr lang="en-ID" sz="1800" dirty="0">
                <a:solidFill>
                  <a:prstClr val="white"/>
                </a:solidFill>
                <a:latin typeface="Calibri"/>
                <a:sym typeface="Canela Text Regular"/>
              </a:endParaRP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42" r="50676" b="3999"/>
          <a:stretch>
            <a:fillRect/>
          </a:stretch>
        </p:blipFill>
        <p:spPr>
          <a:xfrm>
            <a:off x="12385967" y="-6290"/>
            <a:ext cx="11997478" cy="13534724"/>
          </a:xfrm>
          <a:prstGeom prst="rect">
            <a:avLst/>
          </a:prstGeom>
        </p:spPr>
      </p:pic>
      <p:grpSp>
        <p:nvGrpSpPr>
          <p:cNvPr id="33" name="图形 2"/>
          <p:cNvGrpSpPr/>
          <p:nvPr/>
        </p:nvGrpSpPr>
        <p:grpSpPr>
          <a:xfrm>
            <a:off x="1101971" y="1121681"/>
            <a:ext cx="5236718" cy="1292030"/>
            <a:chOff x="154" y="3849680"/>
            <a:chExt cx="24382305" cy="6015724"/>
          </a:xfrm>
        </p:grpSpPr>
        <p:sp>
          <p:nvSpPr>
            <p:cNvPr id="34" name="任意形状 33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algn="ctr" defTabSz="2438430">
                <a:lnSpc>
                  <a:spcPct val="90000"/>
                </a:lnSpc>
              </a:pPr>
              <a:endParaRPr lang="zh-CN" altLang="en-US" sz="2400" kern="0">
                <a:solidFill>
                  <a:srgbClr val="000000"/>
                </a:solidFill>
                <a:latin typeface="Canela Text Regular"/>
                <a:sym typeface="Canela Text Regular"/>
              </a:endParaRPr>
            </a:p>
          </p:txBody>
        </p:sp>
        <p:grpSp>
          <p:nvGrpSpPr>
            <p:cNvPr id="35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36" name="任意形状 35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30">
                  <a:lnSpc>
                    <a:spcPct val="90000"/>
                  </a:lnSpc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37" name="任意形状 36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30">
                  <a:lnSpc>
                    <a:spcPct val="90000"/>
                  </a:lnSpc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38" name="任意形状 37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30">
                  <a:lnSpc>
                    <a:spcPct val="90000"/>
                  </a:lnSpc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39" name="任意形状 38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30">
                  <a:lnSpc>
                    <a:spcPct val="90000"/>
                  </a:lnSpc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40" name="任意形状 39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30">
                  <a:lnSpc>
                    <a:spcPct val="90000"/>
                  </a:lnSpc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41" name="任意形状 40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30">
                  <a:lnSpc>
                    <a:spcPct val="90000"/>
                  </a:lnSpc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42" name="任意形状 41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30">
                  <a:lnSpc>
                    <a:spcPct val="90000"/>
                  </a:lnSpc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43" name="任意形状 42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30">
                  <a:lnSpc>
                    <a:spcPct val="90000"/>
                  </a:lnSpc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44" name="任意形状 43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30">
                  <a:lnSpc>
                    <a:spcPct val="90000"/>
                  </a:lnSpc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</p:grpSp>
      </p:grpSp>
      <p:sp>
        <p:nvSpPr>
          <p:cNvPr id="24" name="TextBox 1"/>
          <p:cNvSpPr txBox="1"/>
          <p:nvPr/>
        </p:nvSpPr>
        <p:spPr>
          <a:xfrm>
            <a:off x="4263157" y="3470950"/>
            <a:ext cx="11411674" cy="230490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5468" tIns="135468" rIns="135468" bIns="135468" numCol="1" spcCol="38100" rtlCol="0" anchor="ctr">
            <a:spAutoFit/>
          </a:bodyPr>
          <a:lstStyle/>
          <a:p>
            <a:pPr algn="ctr" defTabSz="6502400">
              <a:lnSpc>
                <a:spcPct val="150000"/>
              </a:lnSpc>
            </a:pPr>
            <a:r>
              <a:rPr lang="en-US" altLang="zh-CN" sz="4400" b="1" dirty="0" smtClean="0">
                <a:solidFill>
                  <a:srgbClr val="111111"/>
                </a:solidFill>
                <a:latin typeface="Arial Black" panose="020B0A04020102020204" pitchFamily="34" charset="0"/>
                <a:ea typeface="Canela Text Regular"/>
                <a:cs typeface="Arial" panose="020B0604020202020204" pitchFamily="34" charset="0"/>
                <a:sym typeface="Canela Text Regular"/>
              </a:rPr>
              <a:t>Observations summary for </a:t>
            </a:r>
            <a:r>
              <a:rPr lang="en-US" altLang="zh-CN" sz="4400" b="1" dirty="0">
                <a:solidFill>
                  <a:srgbClr val="111111"/>
                </a:solidFill>
                <a:latin typeface="Arial Black" panose="020B0A04020102020204" pitchFamily="34" charset="0"/>
                <a:ea typeface="Canela Text Regular"/>
                <a:cs typeface="Arial" panose="020B0604020202020204" pitchFamily="34" charset="0"/>
                <a:sym typeface="Canela Text Regular"/>
              </a:rPr>
              <a:t>L</a:t>
            </a:r>
            <a:r>
              <a:rPr lang="en-US" altLang="zh-CN" sz="4400" b="1" dirty="0" smtClean="0">
                <a:solidFill>
                  <a:srgbClr val="111111"/>
                </a:solidFill>
                <a:latin typeface="Arial Black" panose="020B0A04020102020204" pitchFamily="34" charset="0"/>
                <a:ea typeface="Canela Text Regular"/>
                <a:cs typeface="Arial" panose="020B0604020202020204" pitchFamily="34" charset="0"/>
                <a:sym typeface="Canela Text Regular"/>
              </a:rPr>
              <a:t>illy visit (09/15/2026~09/18/2026)</a:t>
            </a:r>
            <a:endParaRPr lang="en-US" altLang="zh-CN" sz="4400" b="1" dirty="0">
              <a:solidFill>
                <a:srgbClr val="111111"/>
              </a:solidFill>
              <a:latin typeface="Arial Black" panose="020B0A04020102020204" pitchFamily="34" charset="0"/>
              <a:ea typeface="Canela Text Regular"/>
              <a:cs typeface="Arial" panose="020B0604020202020204" pitchFamily="34" charset="0"/>
              <a:sym typeface="Canela Text Regular"/>
            </a:endParaRPr>
          </a:p>
        </p:txBody>
      </p:sp>
      <p:sp>
        <p:nvSpPr>
          <p:cNvPr id="22" name="TextBox 1"/>
          <p:cNvSpPr txBox="1"/>
          <p:nvPr/>
        </p:nvSpPr>
        <p:spPr>
          <a:xfrm>
            <a:off x="7889425" y="8228863"/>
            <a:ext cx="5072109" cy="7721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5468" tIns="135468" rIns="135468" bIns="135468" numCol="1" spcCol="38100" rtlCol="0" anchor="ctr">
            <a:spAutoFit/>
          </a:bodyPr>
          <a:lstStyle/>
          <a:p>
            <a:pPr algn="ctr" defTabSz="6502400">
              <a:lnSpc>
                <a:spcPct val="90000"/>
              </a:lnSpc>
            </a:pPr>
            <a:r>
              <a:rPr lang="en-US" altLang="zh-CN" sz="3600" b="1" dirty="0" smtClean="0">
                <a:solidFill>
                  <a:srgbClr val="111111"/>
                </a:solidFill>
                <a:latin typeface="Arial Black" panose="020B0A04020102020204" pitchFamily="34" charset="0"/>
                <a:ea typeface="Canela Text Regular"/>
                <a:cs typeface="Arial" panose="020B0604020202020204" pitchFamily="34" charset="0"/>
                <a:sym typeface="Canela Text Regular"/>
              </a:rPr>
              <a:t>Sept</a:t>
            </a:r>
            <a:r>
              <a:rPr lang="en-US" altLang="zh-CN" sz="3600" b="1" dirty="0">
                <a:solidFill>
                  <a:srgbClr val="111111"/>
                </a:solidFill>
                <a:latin typeface="Arial Black" panose="020B0A04020102020204" pitchFamily="34" charset="0"/>
                <a:ea typeface="Canela Text Regular"/>
                <a:cs typeface="Arial" panose="020B0604020202020204" pitchFamily="34" charset="0"/>
                <a:sym typeface="Canela Text Regular"/>
              </a:rPr>
              <a:t>.</a:t>
            </a:r>
            <a:r>
              <a:rPr lang="en-US" altLang="zh-CN" sz="3600" b="1" dirty="0" smtClean="0">
                <a:solidFill>
                  <a:srgbClr val="111111"/>
                </a:solidFill>
                <a:latin typeface="Arial Black" panose="020B0A04020102020204" pitchFamily="34" charset="0"/>
                <a:ea typeface="Canela Text Regular"/>
                <a:cs typeface="Arial" panose="020B0604020202020204" pitchFamily="34" charset="0"/>
                <a:sym typeface="Canela Text Regular"/>
              </a:rPr>
              <a:t> </a:t>
            </a:r>
            <a:r>
              <a:rPr lang="en-US" altLang="zh-CN" sz="3600" b="1" dirty="0" smtClean="0">
                <a:solidFill>
                  <a:srgbClr val="111111"/>
                </a:solidFill>
                <a:latin typeface="Arial Black" panose="020B0A04020102020204" pitchFamily="34" charset="0"/>
                <a:ea typeface="Canela Text Regular"/>
                <a:cs typeface="Arial" panose="020B0604020202020204" pitchFamily="34" charset="0"/>
                <a:sym typeface="Canela Text Regular"/>
              </a:rPr>
              <a:t>18, </a:t>
            </a:r>
            <a:r>
              <a:rPr lang="en-US" altLang="zh-CN" sz="3600" b="1" dirty="0" smtClean="0">
                <a:solidFill>
                  <a:srgbClr val="111111"/>
                </a:solidFill>
                <a:latin typeface="Arial Black" panose="020B0A04020102020204" pitchFamily="34" charset="0"/>
                <a:ea typeface="Canela Text Regular"/>
                <a:cs typeface="Arial" panose="020B0604020202020204" pitchFamily="34" charset="0"/>
                <a:sym typeface="Canela Text Regular"/>
              </a:rPr>
              <a:t>2026</a:t>
            </a:r>
            <a:endParaRPr lang="en-US" altLang="zh-CN" sz="3600" b="1" dirty="0">
              <a:solidFill>
                <a:srgbClr val="111111"/>
              </a:solidFill>
              <a:latin typeface="Arial Black" panose="020B0A04020102020204" pitchFamily="34" charset="0"/>
              <a:ea typeface="Canela Text Regular"/>
              <a:cs typeface="Arial" panose="020B0604020202020204" pitchFamily="34" charset="0"/>
              <a:sym typeface="Canela Text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031645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001240" y="536784"/>
            <a:ext cx="4145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</a:rPr>
              <a:t>Equipment Cleaning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237128"/>
              </p:ext>
            </p:extLst>
          </p:nvPr>
        </p:nvGraphicFramePr>
        <p:xfrm>
          <a:off x="1488141" y="1725282"/>
          <a:ext cx="22234503" cy="11158013"/>
        </p:xfrm>
        <a:graphic>
          <a:graphicData uri="http://schemas.openxmlformats.org/drawingml/2006/table">
            <a:tbl>
              <a:tblPr firstRow="1" firstCol="1" bandRow="1"/>
              <a:tblGrid>
                <a:gridCol w="996267">
                  <a:extLst>
                    <a:ext uri="{9D8B030D-6E8A-4147-A177-3AD203B41FA5}">
                      <a16:colId xmlns:a16="http://schemas.microsoft.com/office/drawing/2014/main" val="1136377"/>
                    </a:ext>
                  </a:extLst>
                </a:gridCol>
                <a:gridCol w="8988724">
                  <a:extLst>
                    <a:ext uri="{9D8B030D-6E8A-4147-A177-3AD203B41FA5}">
                      <a16:colId xmlns:a16="http://schemas.microsoft.com/office/drawing/2014/main" val="295971147"/>
                    </a:ext>
                  </a:extLst>
                </a:gridCol>
                <a:gridCol w="1794527">
                  <a:extLst>
                    <a:ext uri="{9D8B030D-6E8A-4147-A177-3AD203B41FA5}">
                      <a16:colId xmlns:a16="http://schemas.microsoft.com/office/drawing/2014/main" val="941968052"/>
                    </a:ext>
                  </a:extLst>
                </a:gridCol>
                <a:gridCol w="3003713">
                  <a:extLst>
                    <a:ext uri="{9D8B030D-6E8A-4147-A177-3AD203B41FA5}">
                      <a16:colId xmlns:a16="http://schemas.microsoft.com/office/drawing/2014/main" val="3637552149"/>
                    </a:ext>
                  </a:extLst>
                </a:gridCol>
                <a:gridCol w="4950324">
                  <a:extLst>
                    <a:ext uri="{9D8B030D-6E8A-4147-A177-3AD203B41FA5}">
                      <a16:colId xmlns:a16="http://schemas.microsoft.com/office/drawing/2014/main" val="2715090496"/>
                    </a:ext>
                  </a:extLst>
                </a:gridCol>
                <a:gridCol w="2500948">
                  <a:extLst>
                    <a:ext uri="{9D8B030D-6E8A-4147-A177-3AD203B41FA5}">
                      <a16:colId xmlns:a16="http://schemas.microsoft.com/office/drawing/2014/main" val="3733143662"/>
                    </a:ext>
                  </a:extLst>
                </a:gridCol>
              </a:tblGrid>
              <a:tr h="1425051"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CN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o.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Item</a:t>
                      </a:r>
                      <a:r>
                        <a:rPr lang="en-US" altLang="zh-CN" sz="2000" b="1" kern="100" baseline="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2000" b="1" kern="100" baseline="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观察项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Priority/</a:t>
                      </a:r>
                      <a:r>
                        <a:rPr lang="zh-CN" altLang="en-US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优先级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Current</a:t>
                      </a:r>
                      <a:r>
                        <a:rPr lang="en-US" altLang="zh-CN" sz="2000" b="1" kern="100" baseline="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status/</a:t>
                      </a:r>
                      <a:r>
                        <a:rPr lang="zh-CN" altLang="en-US" sz="2000" b="1" kern="100" baseline="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当前现状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Actions</a:t>
                      </a:r>
                      <a:r>
                        <a:rPr lang="en-US" altLang="zh-CN" sz="2000" b="1" kern="100" baseline="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后续</a:t>
                      </a:r>
                      <a:r>
                        <a:rPr lang="zh-CN" altLang="en-US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措施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Responsible</a:t>
                      </a:r>
                      <a:r>
                        <a:rPr lang="en-US" altLang="zh-CN" sz="2000" b="1" kern="100" baseline="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department and target time/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 baseline="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责任人以及计划完成日期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10263"/>
                  </a:ext>
                </a:extLst>
              </a:tr>
              <a:tr h="2179460"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582145"/>
                  </a:ext>
                </a:extLst>
              </a:tr>
              <a:tr h="2101594"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368482"/>
                  </a:ext>
                </a:extLst>
              </a:tr>
              <a:tr h="1539042"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065645"/>
                  </a:ext>
                </a:extLst>
              </a:tr>
              <a:tr h="1958499"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047791"/>
                  </a:ext>
                </a:extLst>
              </a:tr>
              <a:tr h="1855418">
                <a:tc>
                  <a:txBody>
                    <a:bodyPr/>
                    <a:lstStyle>
                      <a:lvl1pPr marL="0" marR="0" indent="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1pPr>
                      <a:lvl2pPr marL="0" marR="0" indent="228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2pPr>
                      <a:lvl3pPr marL="0" marR="0" indent="457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3pPr>
                      <a:lvl4pPr marL="0" marR="0" indent="6858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4pPr>
                      <a:lvl5pPr marL="0" marR="0" indent="914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5pPr>
                      <a:lvl6pPr marL="0" marR="0" indent="22860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6pPr>
                      <a:lvl7pPr marL="0" marR="0" indent="27432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7pPr>
                      <a:lvl8pPr marL="0" marR="0" indent="32004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8pPr>
                      <a:lvl9pPr marL="0" marR="0" indent="3657600" algn="ctr" defTabSz="8255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ea typeface="微软雅黑"/>
                          <a:sym typeface="Open Sans" panose="020B0606030504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5565" marR="255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466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61998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270213" y="508118"/>
            <a:ext cx="77428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</a:rPr>
              <a:t>Purified water and wet nitrogen related</a:t>
            </a:r>
            <a:endParaRPr lang="en-US" altLang="zh-CN" sz="32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2420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8030002" y="504225"/>
            <a:ext cx="46458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</a:rPr>
              <a:t>Pipeline design related</a:t>
            </a:r>
            <a:endParaRPr lang="en-US" altLang="zh-CN" sz="32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8430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083089" y="542624"/>
            <a:ext cx="3007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</a:rPr>
              <a:t>Filter strategy </a:t>
            </a:r>
            <a:endParaRPr lang="en-US" altLang="zh-CN" sz="32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7863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4BA7336-9C57-DA4C-99F6-A3691A502B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42" r="33565" b="3999"/>
          <a:stretch/>
        </p:blipFill>
        <p:spPr>
          <a:xfrm>
            <a:off x="8466936" y="0"/>
            <a:ext cx="15917064" cy="13331836"/>
          </a:xfrm>
          <a:prstGeom prst="rect">
            <a:avLst/>
          </a:prstGeom>
        </p:spPr>
      </p:pic>
      <p:sp>
        <p:nvSpPr>
          <p:cNvPr id="3" name="Rechteck">
            <a:extLst>
              <a:ext uri="{FF2B5EF4-FFF2-40B4-BE49-F238E27FC236}">
                <a16:creationId xmlns:a16="http://schemas.microsoft.com/office/drawing/2014/main" id="{714330AE-BC4D-5349-912F-39F0BC60E590}"/>
              </a:ext>
            </a:extLst>
          </p:cNvPr>
          <p:cNvSpPr/>
          <p:nvPr/>
        </p:nvSpPr>
        <p:spPr>
          <a:xfrm rot="5400000">
            <a:off x="11999917" y="1331918"/>
            <a:ext cx="384166" cy="24384000"/>
          </a:xfrm>
          <a:prstGeom prst="rect">
            <a:avLst/>
          </a:prstGeom>
          <a:solidFill>
            <a:srgbClr val="2E5A9E"/>
          </a:solidFill>
          <a:ln w="12700">
            <a:miter lim="400000"/>
          </a:ln>
        </p:spPr>
        <p:txBody>
          <a:bodyPr lIns="45720" rIns="45720" anchor="ctr"/>
          <a:lstStyle/>
          <a:p>
            <a:pPr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5" name="Brand Manual…">
            <a:extLst>
              <a:ext uri="{FF2B5EF4-FFF2-40B4-BE49-F238E27FC236}">
                <a16:creationId xmlns:a16="http://schemas.microsoft.com/office/drawing/2014/main" id="{309C9AF1-CC0B-FB48-9FFE-0B4003CA935E}"/>
              </a:ext>
            </a:extLst>
          </p:cNvPr>
          <p:cNvSpPr txBox="1"/>
          <p:nvPr/>
        </p:nvSpPr>
        <p:spPr>
          <a:xfrm>
            <a:off x="1776738" y="10704156"/>
            <a:ext cx="8007392" cy="1180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12700" defTabSz="457200">
              <a:lnSpc>
                <a:spcPct val="110000"/>
              </a:lnSpc>
              <a:defRPr sz="4800">
                <a:solidFill>
                  <a:srgbClr val="00406D"/>
                </a:solidFill>
                <a:uFill>
                  <a:solidFill>
                    <a:srgbClr val="00406D"/>
                  </a:solidFill>
                </a:uFill>
                <a:latin typeface="+mn-lt"/>
                <a:ea typeface="+mn-ea"/>
                <a:cs typeface="+mn-cs"/>
                <a:sym typeface="Roboto Regular"/>
              </a:defRPr>
            </a:pPr>
            <a:r>
              <a:rPr lang="en" sz="3200" kern="0" dirty="0" err="1">
                <a:solidFill>
                  <a:srgbClr val="00406D"/>
                </a:solidFill>
                <a:uFill>
                  <a:solidFill>
                    <a:srgbClr val="00406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Roboto Regular"/>
              </a:rPr>
              <a:t>www.asymchem.com</a:t>
            </a:r>
            <a:r>
              <a:rPr lang="en" sz="3200" kern="0" dirty="0">
                <a:solidFill>
                  <a:srgbClr val="00406D"/>
                </a:solidFill>
                <a:uFill>
                  <a:solidFill>
                    <a:srgbClr val="00406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Roboto Regular"/>
              </a:rPr>
              <a:t> </a:t>
            </a:r>
          </a:p>
          <a:p>
            <a:pPr marL="12700" defTabSz="457200">
              <a:lnSpc>
                <a:spcPct val="110000"/>
              </a:lnSpc>
              <a:defRPr sz="4800">
                <a:solidFill>
                  <a:srgbClr val="00406D"/>
                </a:solidFill>
                <a:uFill>
                  <a:solidFill>
                    <a:srgbClr val="00406D"/>
                  </a:solidFill>
                </a:uFill>
                <a:latin typeface="+mn-lt"/>
                <a:ea typeface="+mn-ea"/>
                <a:cs typeface="+mn-cs"/>
                <a:sym typeface="Roboto Regular"/>
              </a:defRPr>
            </a:pPr>
            <a:r>
              <a:rPr lang="en" sz="3200" kern="0" dirty="0">
                <a:solidFill>
                  <a:srgbClr val="00406D"/>
                </a:solidFill>
                <a:uFill>
                  <a:solidFill>
                    <a:srgbClr val="00406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Roboto Regular"/>
              </a:rPr>
              <a:t>Stock Code: </a:t>
            </a:r>
            <a:r>
              <a:rPr lang="en" sz="3200" kern="0" dirty="0">
                <a:solidFill>
                  <a:srgbClr val="00AEEF"/>
                </a:solidFill>
                <a:uFill>
                  <a:solidFill>
                    <a:srgbClr val="00406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Roboto Regular"/>
              </a:rPr>
              <a:t>002821.SZ / 6821.HK</a:t>
            </a:r>
            <a:endParaRPr sz="3200" kern="0" dirty="0">
              <a:solidFill>
                <a:srgbClr val="00AEEF"/>
              </a:solidFill>
              <a:uFill>
                <a:solidFill>
                  <a:srgbClr val="00406D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  <a:sym typeface="Roboto Regular"/>
            </a:endParaRPr>
          </a:p>
        </p:txBody>
      </p:sp>
      <p:sp>
        <p:nvSpPr>
          <p:cNvPr id="6" name="Linie">
            <a:extLst>
              <a:ext uri="{FF2B5EF4-FFF2-40B4-BE49-F238E27FC236}">
                <a16:creationId xmlns:a16="http://schemas.microsoft.com/office/drawing/2014/main" id="{6F73B893-9B89-6F45-A0FB-D865B89BEA90}"/>
              </a:ext>
            </a:extLst>
          </p:cNvPr>
          <p:cNvSpPr/>
          <p:nvPr/>
        </p:nvSpPr>
        <p:spPr>
          <a:xfrm>
            <a:off x="1724082" y="10314442"/>
            <a:ext cx="80600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txBody>
          <a:bodyPr lIns="45720" rIns="45720"/>
          <a:lstStyle/>
          <a:p>
            <a:pPr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41" name="Rectangle 111">
            <a:extLst>
              <a:ext uri="{FF2B5EF4-FFF2-40B4-BE49-F238E27FC236}">
                <a16:creationId xmlns:a16="http://schemas.microsoft.com/office/drawing/2014/main" id="{865DC5F3-3DA8-F643-9F6B-DD7AE5D92FC3}"/>
              </a:ext>
            </a:extLst>
          </p:cNvPr>
          <p:cNvSpPr txBox="1"/>
          <p:nvPr/>
        </p:nvSpPr>
        <p:spPr>
          <a:xfrm>
            <a:off x="21655326" y="13232137"/>
            <a:ext cx="240482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lIns="45720" rIns="4572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FFFFFF"/>
                </a:solidFill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Conﬁdential</a:t>
            </a:r>
            <a:r>
              <a:rPr lang="en-US" altLang="zh-CN" sz="1600" kern="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 | </a:t>
            </a:r>
            <a:r>
              <a:rPr lang="zh-CN" altLang="en-US" sz="1600" kern="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保密文件</a:t>
            </a:r>
            <a:endParaRPr lang="en-US" altLang="zh-CN" sz="1600" kern="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67EB58F-060D-DD43-BC46-944E92AC6BFC}"/>
              </a:ext>
            </a:extLst>
          </p:cNvPr>
          <p:cNvGrpSpPr/>
          <p:nvPr/>
        </p:nvGrpSpPr>
        <p:grpSpPr>
          <a:xfrm>
            <a:off x="777520" y="1027615"/>
            <a:ext cx="6847602" cy="896542"/>
            <a:chOff x="1443111" y="1494575"/>
            <a:chExt cx="12273993" cy="1607009"/>
          </a:xfrm>
        </p:grpSpPr>
        <p:grpSp>
          <p:nvGrpSpPr>
            <p:cNvPr id="7" name="图形 102">
              <a:extLst>
                <a:ext uri="{FF2B5EF4-FFF2-40B4-BE49-F238E27FC236}">
                  <a16:creationId xmlns:a16="http://schemas.microsoft.com/office/drawing/2014/main" id="{A8C2AD09-DF71-CF4F-9C5D-E3F2D3CCA9E6}"/>
                </a:ext>
              </a:extLst>
            </p:cNvPr>
            <p:cNvGrpSpPr/>
            <p:nvPr/>
          </p:nvGrpSpPr>
          <p:grpSpPr>
            <a:xfrm>
              <a:off x="8532365" y="1600478"/>
              <a:ext cx="5184739" cy="1448404"/>
              <a:chOff x="7620420" y="4624446"/>
              <a:chExt cx="8516046" cy="2379035"/>
            </a:xfrm>
            <a:solidFill>
              <a:schemeClr val="bg1">
                <a:lumMod val="50000"/>
              </a:schemeClr>
            </a:solidFill>
          </p:grpSpPr>
          <p:grpSp>
            <p:nvGrpSpPr>
              <p:cNvPr id="8" name="图形 102">
                <a:extLst>
                  <a:ext uri="{FF2B5EF4-FFF2-40B4-BE49-F238E27FC236}">
                    <a16:creationId xmlns:a16="http://schemas.microsoft.com/office/drawing/2014/main" id="{29059AA3-DC05-E546-9A2E-4A94A138D03C}"/>
                  </a:ext>
                </a:extLst>
              </p:cNvPr>
              <p:cNvGrpSpPr/>
              <p:nvPr/>
            </p:nvGrpSpPr>
            <p:grpSpPr>
              <a:xfrm>
                <a:off x="7621596" y="4624446"/>
                <a:ext cx="8513677" cy="1101723"/>
                <a:chOff x="7621596" y="4624446"/>
                <a:chExt cx="8513677" cy="1101723"/>
              </a:xfrm>
              <a:grpFill/>
            </p:grpSpPr>
            <p:sp>
              <p:nvSpPr>
                <p:cNvPr id="22" name="任意形状 21">
                  <a:extLst>
                    <a:ext uri="{FF2B5EF4-FFF2-40B4-BE49-F238E27FC236}">
                      <a16:creationId xmlns:a16="http://schemas.microsoft.com/office/drawing/2014/main" id="{40029FA4-BC39-004F-95AA-67AE1070A050}"/>
                    </a:ext>
                  </a:extLst>
                </p:cNvPr>
                <p:cNvSpPr/>
                <p:nvPr/>
              </p:nvSpPr>
              <p:spPr>
                <a:xfrm>
                  <a:off x="7626810" y="4626013"/>
                  <a:ext cx="487826" cy="351708"/>
                </a:xfrm>
                <a:custGeom>
                  <a:avLst/>
                  <a:gdLst>
                    <a:gd name="connsiteX0" fmla="*/ 215 w 487826"/>
                    <a:gd name="connsiteY0" fmla="*/ 351823 h 351708"/>
                    <a:gd name="connsiteX1" fmla="*/ 215 w 487826"/>
                    <a:gd name="connsiteY1" fmla="*/ 63548 h 351708"/>
                    <a:gd name="connsiteX2" fmla="*/ 95841 w 487826"/>
                    <a:gd name="connsiteY2" fmla="*/ 63548 h 351708"/>
                    <a:gd name="connsiteX3" fmla="*/ 95841 w 487826"/>
                    <a:gd name="connsiteY3" fmla="*/ 259936 h 351708"/>
                    <a:gd name="connsiteX4" fmla="*/ 192129 w 487826"/>
                    <a:gd name="connsiteY4" fmla="*/ 259936 h 351708"/>
                    <a:gd name="connsiteX5" fmla="*/ 192129 w 487826"/>
                    <a:gd name="connsiteY5" fmla="*/ 115 h 351708"/>
                    <a:gd name="connsiteX6" fmla="*/ 294953 w 487826"/>
                    <a:gd name="connsiteY6" fmla="*/ 115 h 351708"/>
                    <a:gd name="connsiteX7" fmla="*/ 294953 w 487826"/>
                    <a:gd name="connsiteY7" fmla="*/ 259936 h 351708"/>
                    <a:gd name="connsiteX8" fmla="*/ 387568 w 487826"/>
                    <a:gd name="connsiteY8" fmla="*/ 259936 h 351708"/>
                    <a:gd name="connsiteX9" fmla="*/ 387568 w 487826"/>
                    <a:gd name="connsiteY9" fmla="*/ 63548 h 351708"/>
                    <a:gd name="connsiteX10" fmla="*/ 488042 w 487826"/>
                    <a:gd name="connsiteY10" fmla="*/ 63548 h 351708"/>
                    <a:gd name="connsiteX11" fmla="*/ 488042 w 487826"/>
                    <a:gd name="connsiteY11" fmla="*/ 258249 h 351708"/>
                    <a:gd name="connsiteX12" fmla="*/ 394251 w 487826"/>
                    <a:gd name="connsiteY12" fmla="*/ 351823 h 351708"/>
                    <a:gd name="connsiteX13" fmla="*/ 215 w 487826"/>
                    <a:gd name="connsiteY13" fmla="*/ 351823 h 3517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87826" h="351708">
                      <a:moveTo>
                        <a:pt x="215" y="351823"/>
                      </a:moveTo>
                      <a:lnTo>
                        <a:pt x="215" y="63548"/>
                      </a:lnTo>
                      <a:lnTo>
                        <a:pt x="95841" y="63548"/>
                      </a:lnTo>
                      <a:lnTo>
                        <a:pt x="95841" y="259936"/>
                      </a:lnTo>
                      <a:lnTo>
                        <a:pt x="192129" y="259936"/>
                      </a:lnTo>
                      <a:lnTo>
                        <a:pt x="192129" y="115"/>
                      </a:lnTo>
                      <a:lnTo>
                        <a:pt x="294953" y="115"/>
                      </a:lnTo>
                      <a:lnTo>
                        <a:pt x="294953" y="259936"/>
                      </a:lnTo>
                      <a:lnTo>
                        <a:pt x="387568" y="259936"/>
                      </a:lnTo>
                      <a:lnTo>
                        <a:pt x="387568" y="63548"/>
                      </a:lnTo>
                      <a:lnTo>
                        <a:pt x="488042" y="63548"/>
                      </a:lnTo>
                      <a:lnTo>
                        <a:pt x="488042" y="258249"/>
                      </a:lnTo>
                      <a:cubicBezTo>
                        <a:pt x="488042" y="309876"/>
                        <a:pt x="445957" y="351823"/>
                        <a:pt x="394251" y="351823"/>
                      </a:cubicBezTo>
                      <a:lnTo>
                        <a:pt x="215" y="351823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23" name="任意形状 22">
                  <a:extLst>
                    <a:ext uri="{FF2B5EF4-FFF2-40B4-BE49-F238E27FC236}">
                      <a16:creationId xmlns:a16="http://schemas.microsoft.com/office/drawing/2014/main" id="{1197838C-7271-D241-8910-9D175AD4B4E9}"/>
                    </a:ext>
                  </a:extLst>
                </p:cNvPr>
                <p:cNvSpPr/>
                <p:nvPr/>
              </p:nvSpPr>
              <p:spPr>
                <a:xfrm>
                  <a:off x="7621596" y="5066636"/>
                  <a:ext cx="473504" cy="640422"/>
                </a:xfrm>
                <a:custGeom>
                  <a:avLst/>
                  <a:gdLst>
                    <a:gd name="connsiteX0" fmla="*/ 23055 w 473504"/>
                    <a:gd name="connsiteY0" fmla="*/ 245653 h 640422"/>
                    <a:gd name="connsiteX1" fmla="*/ 313900 w 473504"/>
                    <a:gd name="connsiteY1" fmla="*/ 245653 h 640422"/>
                    <a:gd name="connsiteX2" fmla="*/ 348567 w 473504"/>
                    <a:gd name="connsiteY2" fmla="*/ 211040 h 640422"/>
                    <a:gd name="connsiteX3" fmla="*/ 348567 w 473504"/>
                    <a:gd name="connsiteY3" fmla="*/ 106539 h 640422"/>
                    <a:gd name="connsiteX4" fmla="*/ 213 w 473504"/>
                    <a:gd name="connsiteY4" fmla="*/ 106539 h 640422"/>
                    <a:gd name="connsiteX5" fmla="*/ 213 w 473504"/>
                    <a:gd name="connsiteY5" fmla="*/ 206 h 640422"/>
                    <a:gd name="connsiteX6" fmla="*/ 473718 w 473504"/>
                    <a:gd name="connsiteY6" fmla="*/ 206 h 640422"/>
                    <a:gd name="connsiteX7" fmla="*/ 473718 w 473504"/>
                    <a:gd name="connsiteY7" fmla="*/ 262740 h 640422"/>
                    <a:gd name="connsiteX8" fmla="*/ 383233 w 473504"/>
                    <a:gd name="connsiteY8" fmla="*/ 353087 h 640422"/>
                    <a:gd name="connsiteX9" fmla="*/ 138585 w 473504"/>
                    <a:gd name="connsiteY9" fmla="*/ 353087 h 640422"/>
                    <a:gd name="connsiteX10" fmla="*/ 138585 w 473504"/>
                    <a:gd name="connsiteY10" fmla="*/ 541995 h 640422"/>
                    <a:gd name="connsiteX11" fmla="*/ 148794 w 473504"/>
                    <a:gd name="connsiteY11" fmla="*/ 540895 h 640422"/>
                    <a:gd name="connsiteX12" fmla="*/ 405046 w 473504"/>
                    <a:gd name="connsiteY12" fmla="*/ 486188 h 640422"/>
                    <a:gd name="connsiteX13" fmla="*/ 405046 w 473504"/>
                    <a:gd name="connsiteY13" fmla="*/ 575435 h 640422"/>
                    <a:gd name="connsiteX14" fmla="*/ 83648 w 473504"/>
                    <a:gd name="connsiteY14" fmla="*/ 636082 h 640422"/>
                    <a:gd name="connsiteX15" fmla="*/ 23055 w 473504"/>
                    <a:gd name="connsiteY15" fmla="*/ 640628 h 640422"/>
                    <a:gd name="connsiteX16" fmla="*/ 23055 w 473504"/>
                    <a:gd name="connsiteY16" fmla="*/ 245653 h 640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73504" h="640422">
                      <a:moveTo>
                        <a:pt x="23055" y="245653"/>
                      </a:moveTo>
                      <a:lnTo>
                        <a:pt x="313900" y="245653"/>
                      </a:lnTo>
                      <a:cubicBezTo>
                        <a:pt x="332996" y="245653"/>
                        <a:pt x="348567" y="230107"/>
                        <a:pt x="348567" y="211040"/>
                      </a:cubicBezTo>
                      <a:lnTo>
                        <a:pt x="348567" y="106539"/>
                      </a:lnTo>
                      <a:lnTo>
                        <a:pt x="213" y="106539"/>
                      </a:lnTo>
                      <a:lnTo>
                        <a:pt x="213" y="206"/>
                      </a:lnTo>
                      <a:lnTo>
                        <a:pt x="473718" y="206"/>
                      </a:lnTo>
                      <a:lnTo>
                        <a:pt x="473718" y="262740"/>
                      </a:lnTo>
                      <a:cubicBezTo>
                        <a:pt x="473718" y="312534"/>
                        <a:pt x="433103" y="353087"/>
                        <a:pt x="383233" y="353087"/>
                      </a:cubicBezTo>
                      <a:lnTo>
                        <a:pt x="138585" y="353087"/>
                      </a:lnTo>
                      <a:lnTo>
                        <a:pt x="138585" y="541995"/>
                      </a:lnTo>
                      <a:lnTo>
                        <a:pt x="148794" y="540895"/>
                      </a:lnTo>
                      <a:cubicBezTo>
                        <a:pt x="242291" y="530921"/>
                        <a:pt x="318380" y="512514"/>
                        <a:pt x="405046" y="486188"/>
                      </a:cubicBezTo>
                      <a:lnTo>
                        <a:pt x="405046" y="575435"/>
                      </a:lnTo>
                      <a:cubicBezTo>
                        <a:pt x="300753" y="607628"/>
                        <a:pt x="192715" y="628015"/>
                        <a:pt x="83648" y="636082"/>
                      </a:cubicBezTo>
                      <a:lnTo>
                        <a:pt x="23055" y="640628"/>
                      </a:lnTo>
                      <a:lnTo>
                        <a:pt x="23055" y="245653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24" name="任意形状 23">
                  <a:extLst>
                    <a:ext uri="{FF2B5EF4-FFF2-40B4-BE49-F238E27FC236}">
                      <a16:creationId xmlns:a16="http://schemas.microsoft.com/office/drawing/2014/main" id="{B5F1A97F-1C37-8943-87D6-C0F1BB677FE3}"/>
                    </a:ext>
                  </a:extLst>
                </p:cNvPr>
                <p:cNvSpPr/>
                <p:nvPr/>
              </p:nvSpPr>
              <p:spPr>
                <a:xfrm>
                  <a:off x="8118603" y="4681125"/>
                  <a:ext cx="577430" cy="1025277"/>
                </a:xfrm>
                <a:custGeom>
                  <a:avLst/>
                  <a:gdLst>
                    <a:gd name="connsiteX0" fmla="*/ 294 w 577430"/>
                    <a:gd name="connsiteY0" fmla="*/ 890954 h 1025277"/>
                    <a:gd name="connsiteX1" fmla="*/ 70729 w 577430"/>
                    <a:gd name="connsiteY1" fmla="*/ 423232 h 1025277"/>
                    <a:gd name="connsiteX2" fmla="*/ 70435 w 577430"/>
                    <a:gd name="connsiteY2" fmla="*/ 171 h 1025277"/>
                    <a:gd name="connsiteX3" fmla="*/ 442291 w 577430"/>
                    <a:gd name="connsiteY3" fmla="*/ 171 h 1025277"/>
                    <a:gd name="connsiteX4" fmla="*/ 442217 w 577430"/>
                    <a:gd name="connsiteY4" fmla="*/ 911781 h 1025277"/>
                    <a:gd name="connsiteX5" fmla="*/ 458963 w 577430"/>
                    <a:gd name="connsiteY5" fmla="*/ 928574 h 1025277"/>
                    <a:gd name="connsiteX6" fmla="*/ 475488 w 577430"/>
                    <a:gd name="connsiteY6" fmla="*/ 928574 h 1025277"/>
                    <a:gd name="connsiteX7" fmla="*/ 492160 w 577430"/>
                    <a:gd name="connsiteY7" fmla="*/ 912074 h 1025277"/>
                    <a:gd name="connsiteX8" fmla="*/ 492160 w 577430"/>
                    <a:gd name="connsiteY8" fmla="*/ 815201 h 1025277"/>
                    <a:gd name="connsiteX9" fmla="*/ 577725 w 577430"/>
                    <a:gd name="connsiteY9" fmla="*/ 815201 h 1025277"/>
                    <a:gd name="connsiteX10" fmla="*/ 577725 w 577430"/>
                    <a:gd name="connsiteY10" fmla="*/ 913614 h 1025277"/>
                    <a:gd name="connsiteX11" fmla="*/ 472183 w 577430"/>
                    <a:gd name="connsiteY11" fmla="*/ 1014961 h 1025277"/>
                    <a:gd name="connsiteX12" fmla="*/ 421065 w 577430"/>
                    <a:gd name="connsiteY12" fmla="*/ 1014961 h 1025277"/>
                    <a:gd name="connsiteX13" fmla="*/ 319490 w 577430"/>
                    <a:gd name="connsiteY13" fmla="*/ 913614 h 1025277"/>
                    <a:gd name="connsiteX14" fmla="*/ 319490 w 577430"/>
                    <a:gd name="connsiteY14" fmla="*/ 101518 h 1025277"/>
                    <a:gd name="connsiteX15" fmla="*/ 199185 w 577430"/>
                    <a:gd name="connsiteY15" fmla="*/ 101518 h 1025277"/>
                    <a:gd name="connsiteX16" fmla="*/ 199259 w 577430"/>
                    <a:gd name="connsiteY16" fmla="*/ 398519 h 1025277"/>
                    <a:gd name="connsiteX17" fmla="*/ 294 w 577430"/>
                    <a:gd name="connsiteY17" fmla="*/ 1025448 h 1025277"/>
                    <a:gd name="connsiteX18" fmla="*/ 294 w 577430"/>
                    <a:gd name="connsiteY18" fmla="*/ 890954 h 1025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7430" h="1025277">
                      <a:moveTo>
                        <a:pt x="294" y="890954"/>
                      </a:moveTo>
                      <a:cubicBezTo>
                        <a:pt x="74768" y="730574"/>
                        <a:pt x="72124" y="578993"/>
                        <a:pt x="70729" y="423232"/>
                      </a:cubicBezTo>
                      <a:cubicBezTo>
                        <a:pt x="70582" y="404752"/>
                        <a:pt x="70435" y="171"/>
                        <a:pt x="70435" y="171"/>
                      </a:cubicBezTo>
                      <a:lnTo>
                        <a:pt x="442291" y="171"/>
                      </a:lnTo>
                      <a:lnTo>
                        <a:pt x="442217" y="911781"/>
                      </a:lnTo>
                      <a:cubicBezTo>
                        <a:pt x="442217" y="921021"/>
                        <a:pt x="449709" y="928574"/>
                        <a:pt x="458963" y="928574"/>
                      </a:cubicBezTo>
                      <a:lnTo>
                        <a:pt x="475488" y="928574"/>
                      </a:lnTo>
                      <a:cubicBezTo>
                        <a:pt x="484522" y="928574"/>
                        <a:pt x="492014" y="921168"/>
                        <a:pt x="492160" y="912074"/>
                      </a:cubicBezTo>
                      <a:lnTo>
                        <a:pt x="492160" y="815201"/>
                      </a:lnTo>
                      <a:lnTo>
                        <a:pt x="577725" y="815201"/>
                      </a:lnTo>
                      <a:lnTo>
                        <a:pt x="577725" y="913614"/>
                      </a:lnTo>
                      <a:cubicBezTo>
                        <a:pt x="577725" y="969495"/>
                        <a:pt x="528149" y="1014961"/>
                        <a:pt x="472183" y="1014961"/>
                      </a:cubicBezTo>
                      <a:lnTo>
                        <a:pt x="421065" y="1014961"/>
                      </a:lnTo>
                      <a:cubicBezTo>
                        <a:pt x="365026" y="1014961"/>
                        <a:pt x="319490" y="969495"/>
                        <a:pt x="319490" y="913614"/>
                      </a:cubicBezTo>
                      <a:lnTo>
                        <a:pt x="319490" y="101518"/>
                      </a:lnTo>
                      <a:lnTo>
                        <a:pt x="199185" y="101518"/>
                      </a:lnTo>
                      <a:lnTo>
                        <a:pt x="199259" y="398519"/>
                      </a:lnTo>
                      <a:cubicBezTo>
                        <a:pt x="199846" y="584860"/>
                        <a:pt x="200801" y="894034"/>
                        <a:pt x="294" y="1025448"/>
                      </a:cubicBezTo>
                      <a:lnTo>
                        <a:pt x="294" y="890954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25" name="任意形状 24">
                  <a:extLst>
                    <a:ext uri="{FF2B5EF4-FFF2-40B4-BE49-F238E27FC236}">
                      <a16:creationId xmlns:a16="http://schemas.microsoft.com/office/drawing/2014/main" id="{7489404B-85D2-7A41-A756-5E26CDB186D1}"/>
                    </a:ext>
                  </a:extLst>
                </p:cNvPr>
                <p:cNvSpPr/>
                <p:nvPr/>
              </p:nvSpPr>
              <p:spPr>
                <a:xfrm>
                  <a:off x="8864517" y="4626048"/>
                  <a:ext cx="1044251" cy="252267"/>
                </a:xfrm>
                <a:custGeom>
                  <a:avLst/>
                  <a:gdLst>
                    <a:gd name="connsiteX0" fmla="*/ 687605 w 1044251"/>
                    <a:gd name="connsiteY0" fmla="*/ 252376 h 252267"/>
                    <a:gd name="connsiteX1" fmla="*/ 687605 w 1044251"/>
                    <a:gd name="connsiteY1" fmla="*/ 175742 h 252267"/>
                    <a:gd name="connsiteX2" fmla="*/ 358641 w 1044251"/>
                    <a:gd name="connsiteY2" fmla="*/ 175742 h 252267"/>
                    <a:gd name="connsiteX3" fmla="*/ 358641 w 1044251"/>
                    <a:gd name="connsiteY3" fmla="*/ 252376 h 252267"/>
                    <a:gd name="connsiteX4" fmla="*/ 230258 w 1044251"/>
                    <a:gd name="connsiteY4" fmla="*/ 252376 h 252267"/>
                    <a:gd name="connsiteX5" fmla="*/ 230258 w 1044251"/>
                    <a:gd name="connsiteY5" fmla="*/ 175742 h 252267"/>
                    <a:gd name="connsiteX6" fmla="*/ 446 w 1044251"/>
                    <a:gd name="connsiteY6" fmla="*/ 175742 h 252267"/>
                    <a:gd name="connsiteX7" fmla="*/ 446 w 1044251"/>
                    <a:gd name="connsiteY7" fmla="*/ 69482 h 252267"/>
                    <a:gd name="connsiteX8" fmla="*/ 230258 w 1044251"/>
                    <a:gd name="connsiteY8" fmla="*/ 69482 h 252267"/>
                    <a:gd name="connsiteX9" fmla="*/ 230258 w 1044251"/>
                    <a:gd name="connsiteY9" fmla="*/ 108 h 252267"/>
                    <a:gd name="connsiteX10" fmla="*/ 358641 w 1044251"/>
                    <a:gd name="connsiteY10" fmla="*/ 108 h 252267"/>
                    <a:gd name="connsiteX11" fmla="*/ 358641 w 1044251"/>
                    <a:gd name="connsiteY11" fmla="*/ 69482 h 252267"/>
                    <a:gd name="connsiteX12" fmla="*/ 687605 w 1044251"/>
                    <a:gd name="connsiteY12" fmla="*/ 69482 h 252267"/>
                    <a:gd name="connsiteX13" fmla="*/ 687605 w 1044251"/>
                    <a:gd name="connsiteY13" fmla="*/ 108 h 252267"/>
                    <a:gd name="connsiteX14" fmla="*/ 815988 w 1044251"/>
                    <a:gd name="connsiteY14" fmla="*/ 108 h 252267"/>
                    <a:gd name="connsiteX15" fmla="*/ 815988 w 1044251"/>
                    <a:gd name="connsiteY15" fmla="*/ 69482 h 252267"/>
                    <a:gd name="connsiteX16" fmla="*/ 1044698 w 1044251"/>
                    <a:gd name="connsiteY16" fmla="*/ 69482 h 252267"/>
                    <a:gd name="connsiteX17" fmla="*/ 1044698 w 1044251"/>
                    <a:gd name="connsiteY17" fmla="*/ 175742 h 252267"/>
                    <a:gd name="connsiteX18" fmla="*/ 815988 w 1044251"/>
                    <a:gd name="connsiteY18" fmla="*/ 175742 h 252267"/>
                    <a:gd name="connsiteX19" fmla="*/ 815988 w 1044251"/>
                    <a:gd name="connsiteY19" fmla="*/ 252376 h 252267"/>
                    <a:gd name="connsiteX20" fmla="*/ 687605 w 1044251"/>
                    <a:gd name="connsiteY20" fmla="*/ 252376 h 252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044251" h="252267">
                      <a:moveTo>
                        <a:pt x="687605" y="252376"/>
                      </a:moveTo>
                      <a:lnTo>
                        <a:pt x="687605" y="175742"/>
                      </a:lnTo>
                      <a:lnTo>
                        <a:pt x="358641" y="175742"/>
                      </a:lnTo>
                      <a:lnTo>
                        <a:pt x="358641" y="252376"/>
                      </a:lnTo>
                      <a:lnTo>
                        <a:pt x="230258" y="252376"/>
                      </a:lnTo>
                      <a:lnTo>
                        <a:pt x="230258" y="175742"/>
                      </a:lnTo>
                      <a:lnTo>
                        <a:pt x="446" y="175742"/>
                      </a:lnTo>
                      <a:lnTo>
                        <a:pt x="446" y="69482"/>
                      </a:lnTo>
                      <a:lnTo>
                        <a:pt x="230258" y="69482"/>
                      </a:lnTo>
                      <a:lnTo>
                        <a:pt x="230258" y="108"/>
                      </a:lnTo>
                      <a:lnTo>
                        <a:pt x="358641" y="108"/>
                      </a:lnTo>
                      <a:lnTo>
                        <a:pt x="358641" y="69482"/>
                      </a:lnTo>
                      <a:lnTo>
                        <a:pt x="687605" y="69482"/>
                      </a:lnTo>
                      <a:lnTo>
                        <a:pt x="687605" y="108"/>
                      </a:lnTo>
                      <a:lnTo>
                        <a:pt x="815988" y="108"/>
                      </a:lnTo>
                      <a:lnTo>
                        <a:pt x="815988" y="69482"/>
                      </a:lnTo>
                      <a:lnTo>
                        <a:pt x="1044698" y="69482"/>
                      </a:lnTo>
                      <a:lnTo>
                        <a:pt x="1044698" y="175742"/>
                      </a:lnTo>
                      <a:lnTo>
                        <a:pt x="815988" y="175742"/>
                      </a:lnTo>
                      <a:lnTo>
                        <a:pt x="815988" y="252376"/>
                      </a:lnTo>
                      <a:lnTo>
                        <a:pt x="687605" y="252376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26" name="任意形状 25">
                  <a:extLst>
                    <a:ext uri="{FF2B5EF4-FFF2-40B4-BE49-F238E27FC236}">
                      <a16:creationId xmlns:a16="http://schemas.microsoft.com/office/drawing/2014/main" id="{D48F3319-075A-3D45-BA6E-936E0D42B125}"/>
                    </a:ext>
                  </a:extLst>
                </p:cNvPr>
                <p:cNvSpPr/>
                <p:nvPr/>
              </p:nvSpPr>
              <p:spPr>
                <a:xfrm>
                  <a:off x="8988934" y="5101584"/>
                  <a:ext cx="213213" cy="171894"/>
                </a:xfrm>
                <a:custGeom>
                  <a:avLst/>
                  <a:gdLst>
                    <a:gd name="connsiteX0" fmla="*/ 73112 w 213213"/>
                    <a:gd name="connsiteY0" fmla="*/ 172068 h 171894"/>
                    <a:gd name="connsiteX1" fmla="*/ 14282 w 213213"/>
                    <a:gd name="connsiteY1" fmla="*/ 40141 h 171894"/>
                    <a:gd name="connsiteX2" fmla="*/ 400 w 213213"/>
                    <a:gd name="connsiteY2" fmla="*/ 174 h 171894"/>
                    <a:gd name="connsiteX3" fmla="*/ 142738 w 213213"/>
                    <a:gd name="connsiteY3" fmla="*/ 174 h 171894"/>
                    <a:gd name="connsiteX4" fmla="*/ 154122 w 213213"/>
                    <a:gd name="connsiteY4" fmla="*/ 34054 h 171894"/>
                    <a:gd name="connsiteX5" fmla="*/ 213613 w 213213"/>
                    <a:gd name="connsiteY5" fmla="*/ 172068 h 171894"/>
                    <a:gd name="connsiteX6" fmla="*/ 73112 w 213213"/>
                    <a:gd name="connsiteY6" fmla="*/ 172068 h 171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3213" h="171894">
                      <a:moveTo>
                        <a:pt x="73112" y="172068"/>
                      </a:moveTo>
                      <a:cubicBezTo>
                        <a:pt x="50123" y="130561"/>
                        <a:pt x="30366" y="86194"/>
                        <a:pt x="14282" y="40141"/>
                      </a:cubicBezTo>
                      <a:lnTo>
                        <a:pt x="400" y="174"/>
                      </a:lnTo>
                      <a:lnTo>
                        <a:pt x="142738" y="174"/>
                      </a:lnTo>
                      <a:lnTo>
                        <a:pt x="154122" y="34054"/>
                      </a:lnTo>
                      <a:cubicBezTo>
                        <a:pt x="170133" y="82161"/>
                        <a:pt x="190184" y="128508"/>
                        <a:pt x="213613" y="172068"/>
                      </a:cubicBezTo>
                      <a:lnTo>
                        <a:pt x="73112" y="172068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27" name="任意形状 26">
                  <a:extLst>
                    <a:ext uri="{FF2B5EF4-FFF2-40B4-BE49-F238E27FC236}">
                      <a16:creationId xmlns:a16="http://schemas.microsoft.com/office/drawing/2014/main" id="{3B9C4C4B-CA75-D043-85F6-CBEDA15B279B}"/>
                    </a:ext>
                  </a:extLst>
                </p:cNvPr>
                <p:cNvSpPr/>
                <p:nvPr/>
              </p:nvSpPr>
              <p:spPr>
                <a:xfrm>
                  <a:off x="9559240" y="5101584"/>
                  <a:ext cx="213213" cy="171894"/>
                </a:xfrm>
                <a:custGeom>
                  <a:avLst/>
                  <a:gdLst>
                    <a:gd name="connsiteX0" fmla="*/ 140988 w 213213"/>
                    <a:gd name="connsiteY0" fmla="*/ 172068 h 171894"/>
                    <a:gd name="connsiteX1" fmla="*/ 199818 w 213213"/>
                    <a:gd name="connsiteY1" fmla="*/ 40141 h 171894"/>
                    <a:gd name="connsiteX2" fmla="*/ 213699 w 213213"/>
                    <a:gd name="connsiteY2" fmla="*/ 174 h 171894"/>
                    <a:gd name="connsiteX3" fmla="*/ 71361 w 213213"/>
                    <a:gd name="connsiteY3" fmla="*/ 174 h 171894"/>
                    <a:gd name="connsiteX4" fmla="*/ 59977 w 213213"/>
                    <a:gd name="connsiteY4" fmla="*/ 34054 h 171894"/>
                    <a:gd name="connsiteX5" fmla="*/ 486 w 213213"/>
                    <a:gd name="connsiteY5" fmla="*/ 172068 h 171894"/>
                    <a:gd name="connsiteX6" fmla="*/ 140988 w 213213"/>
                    <a:gd name="connsiteY6" fmla="*/ 172068 h 171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3213" h="171894">
                      <a:moveTo>
                        <a:pt x="140988" y="172068"/>
                      </a:moveTo>
                      <a:cubicBezTo>
                        <a:pt x="163977" y="130561"/>
                        <a:pt x="183733" y="86194"/>
                        <a:pt x="199818" y="40141"/>
                      </a:cubicBezTo>
                      <a:lnTo>
                        <a:pt x="213699" y="174"/>
                      </a:lnTo>
                      <a:lnTo>
                        <a:pt x="71361" y="174"/>
                      </a:lnTo>
                      <a:lnTo>
                        <a:pt x="59977" y="34054"/>
                      </a:lnTo>
                      <a:cubicBezTo>
                        <a:pt x="43966" y="82161"/>
                        <a:pt x="23915" y="128508"/>
                        <a:pt x="486" y="172068"/>
                      </a:cubicBezTo>
                      <a:lnTo>
                        <a:pt x="140988" y="172068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28" name="任意形状 27">
                  <a:extLst>
                    <a:ext uri="{FF2B5EF4-FFF2-40B4-BE49-F238E27FC236}">
                      <a16:creationId xmlns:a16="http://schemas.microsoft.com/office/drawing/2014/main" id="{F90D09A2-FE4E-904D-9AA4-041DE5ACB32E}"/>
                    </a:ext>
                  </a:extLst>
                </p:cNvPr>
                <p:cNvSpPr/>
                <p:nvPr/>
              </p:nvSpPr>
              <p:spPr>
                <a:xfrm>
                  <a:off x="8859522" y="4864248"/>
                  <a:ext cx="1052697" cy="859543"/>
                </a:xfrm>
                <a:custGeom>
                  <a:avLst/>
                  <a:gdLst>
                    <a:gd name="connsiteX0" fmla="*/ 454632 w 1052697"/>
                    <a:gd name="connsiteY0" fmla="*/ 859728 h 859543"/>
                    <a:gd name="connsiteX1" fmla="*/ 454632 w 1052697"/>
                    <a:gd name="connsiteY1" fmla="*/ 545421 h 859543"/>
                    <a:gd name="connsiteX2" fmla="*/ 358271 w 1052697"/>
                    <a:gd name="connsiteY2" fmla="*/ 545421 h 859543"/>
                    <a:gd name="connsiteX3" fmla="*/ 338294 w 1052697"/>
                    <a:gd name="connsiteY3" fmla="*/ 587147 h 859543"/>
                    <a:gd name="connsiteX4" fmla="*/ 63166 w 1052697"/>
                    <a:gd name="connsiteY4" fmla="*/ 814555 h 859543"/>
                    <a:gd name="connsiteX5" fmla="*/ 8008 w 1052697"/>
                    <a:gd name="connsiteY5" fmla="*/ 829148 h 859543"/>
                    <a:gd name="connsiteX6" fmla="*/ 443 w 1052697"/>
                    <a:gd name="connsiteY6" fmla="*/ 762048 h 859543"/>
                    <a:gd name="connsiteX7" fmla="*/ 223498 w 1052697"/>
                    <a:gd name="connsiteY7" fmla="*/ 558914 h 859543"/>
                    <a:gd name="connsiteX8" fmla="*/ 230769 w 1052697"/>
                    <a:gd name="connsiteY8" fmla="*/ 545421 h 859543"/>
                    <a:gd name="connsiteX9" fmla="*/ 443 w 1052697"/>
                    <a:gd name="connsiteY9" fmla="*/ 545421 h 859543"/>
                    <a:gd name="connsiteX10" fmla="*/ 443 w 1052697"/>
                    <a:gd name="connsiteY10" fmla="*/ 435640 h 859543"/>
                    <a:gd name="connsiteX11" fmla="*/ 42528 w 1052697"/>
                    <a:gd name="connsiteY11" fmla="*/ 435640 h 859543"/>
                    <a:gd name="connsiteX12" fmla="*/ 51708 w 1052697"/>
                    <a:gd name="connsiteY12" fmla="*/ 435860 h 859543"/>
                    <a:gd name="connsiteX13" fmla="*/ 454632 w 1052697"/>
                    <a:gd name="connsiteY13" fmla="*/ 435860 h 859543"/>
                    <a:gd name="connsiteX14" fmla="*/ 454632 w 1052697"/>
                    <a:gd name="connsiteY14" fmla="*/ 198626 h 859543"/>
                    <a:gd name="connsiteX15" fmla="*/ 26149 w 1052697"/>
                    <a:gd name="connsiteY15" fmla="*/ 198626 h 859543"/>
                    <a:gd name="connsiteX16" fmla="*/ 26149 w 1052697"/>
                    <a:gd name="connsiteY16" fmla="*/ 90019 h 859543"/>
                    <a:gd name="connsiteX17" fmla="*/ 454632 w 1052697"/>
                    <a:gd name="connsiteY17" fmla="*/ 90019 h 859543"/>
                    <a:gd name="connsiteX18" fmla="*/ 454632 w 1052697"/>
                    <a:gd name="connsiteY18" fmla="*/ 185 h 859543"/>
                    <a:gd name="connsiteX19" fmla="*/ 593003 w 1052697"/>
                    <a:gd name="connsiteY19" fmla="*/ 185 h 859543"/>
                    <a:gd name="connsiteX20" fmla="*/ 593003 w 1052697"/>
                    <a:gd name="connsiteY20" fmla="*/ 90019 h 859543"/>
                    <a:gd name="connsiteX21" fmla="*/ 1034633 w 1052697"/>
                    <a:gd name="connsiteY21" fmla="*/ 90019 h 859543"/>
                    <a:gd name="connsiteX22" fmla="*/ 1034633 w 1052697"/>
                    <a:gd name="connsiteY22" fmla="*/ 198626 h 859543"/>
                    <a:gd name="connsiteX23" fmla="*/ 593003 w 1052697"/>
                    <a:gd name="connsiteY23" fmla="*/ 198626 h 859543"/>
                    <a:gd name="connsiteX24" fmla="*/ 593003 w 1052697"/>
                    <a:gd name="connsiteY24" fmla="*/ 435860 h 859543"/>
                    <a:gd name="connsiteX25" fmla="*/ 1053141 w 1052697"/>
                    <a:gd name="connsiteY25" fmla="*/ 435860 h 859543"/>
                    <a:gd name="connsiteX26" fmla="*/ 1053141 w 1052697"/>
                    <a:gd name="connsiteY26" fmla="*/ 545421 h 859543"/>
                    <a:gd name="connsiteX27" fmla="*/ 804013 w 1052697"/>
                    <a:gd name="connsiteY27" fmla="*/ 545421 h 859543"/>
                    <a:gd name="connsiteX28" fmla="*/ 811358 w 1052697"/>
                    <a:gd name="connsiteY28" fmla="*/ 558914 h 859543"/>
                    <a:gd name="connsiteX29" fmla="*/ 1034412 w 1052697"/>
                    <a:gd name="connsiteY29" fmla="*/ 762048 h 859543"/>
                    <a:gd name="connsiteX30" fmla="*/ 1034412 w 1052697"/>
                    <a:gd name="connsiteY30" fmla="*/ 829148 h 859543"/>
                    <a:gd name="connsiteX31" fmla="*/ 971616 w 1052697"/>
                    <a:gd name="connsiteY31" fmla="*/ 814555 h 859543"/>
                    <a:gd name="connsiteX32" fmla="*/ 696488 w 1052697"/>
                    <a:gd name="connsiteY32" fmla="*/ 587147 h 859543"/>
                    <a:gd name="connsiteX33" fmla="*/ 676511 w 1052697"/>
                    <a:gd name="connsiteY33" fmla="*/ 545421 h 859543"/>
                    <a:gd name="connsiteX34" fmla="*/ 593003 w 1052697"/>
                    <a:gd name="connsiteY34" fmla="*/ 545421 h 859543"/>
                    <a:gd name="connsiteX35" fmla="*/ 593003 w 1052697"/>
                    <a:gd name="connsiteY35" fmla="*/ 859728 h 859543"/>
                    <a:gd name="connsiteX36" fmla="*/ 454632 w 1052697"/>
                    <a:gd name="connsiteY36" fmla="*/ 859728 h 859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1052697" h="859543">
                      <a:moveTo>
                        <a:pt x="454632" y="859728"/>
                      </a:moveTo>
                      <a:lnTo>
                        <a:pt x="454632" y="545421"/>
                      </a:lnTo>
                      <a:lnTo>
                        <a:pt x="358271" y="545421"/>
                      </a:lnTo>
                      <a:lnTo>
                        <a:pt x="338294" y="587147"/>
                      </a:lnTo>
                      <a:cubicBezTo>
                        <a:pt x="284384" y="699714"/>
                        <a:pt x="184057" y="782655"/>
                        <a:pt x="63166" y="814555"/>
                      </a:cubicBezTo>
                      <a:lnTo>
                        <a:pt x="8008" y="829148"/>
                      </a:lnTo>
                      <a:lnTo>
                        <a:pt x="443" y="762048"/>
                      </a:lnTo>
                      <a:cubicBezTo>
                        <a:pt x="93646" y="724281"/>
                        <a:pt x="172673" y="652414"/>
                        <a:pt x="223498" y="558914"/>
                      </a:cubicBezTo>
                      <a:lnTo>
                        <a:pt x="230769" y="545421"/>
                      </a:lnTo>
                      <a:lnTo>
                        <a:pt x="443" y="545421"/>
                      </a:lnTo>
                      <a:lnTo>
                        <a:pt x="443" y="435640"/>
                      </a:lnTo>
                      <a:lnTo>
                        <a:pt x="42528" y="435640"/>
                      </a:lnTo>
                      <a:lnTo>
                        <a:pt x="51708" y="435860"/>
                      </a:lnTo>
                      <a:lnTo>
                        <a:pt x="454632" y="435860"/>
                      </a:lnTo>
                      <a:lnTo>
                        <a:pt x="454632" y="198626"/>
                      </a:lnTo>
                      <a:lnTo>
                        <a:pt x="26149" y="198626"/>
                      </a:lnTo>
                      <a:lnTo>
                        <a:pt x="26149" y="90019"/>
                      </a:lnTo>
                      <a:lnTo>
                        <a:pt x="454632" y="90019"/>
                      </a:lnTo>
                      <a:lnTo>
                        <a:pt x="454632" y="185"/>
                      </a:lnTo>
                      <a:lnTo>
                        <a:pt x="593003" y="185"/>
                      </a:lnTo>
                      <a:lnTo>
                        <a:pt x="593003" y="90019"/>
                      </a:lnTo>
                      <a:lnTo>
                        <a:pt x="1034633" y="90019"/>
                      </a:lnTo>
                      <a:lnTo>
                        <a:pt x="1034633" y="198626"/>
                      </a:lnTo>
                      <a:lnTo>
                        <a:pt x="593003" y="198626"/>
                      </a:lnTo>
                      <a:lnTo>
                        <a:pt x="593003" y="435860"/>
                      </a:lnTo>
                      <a:lnTo>
                        <a:pt x="1053141" y="435860"/>
                      </a:lnTo>
                      <a:lnTo>
                        <a:pt x="1053141" y="545421"/>
                      </a:lnTo>
                      <a:lnTo>
                        <a:pt x="804013" y="545421"/>
                      </a:lnTo>
                      <a:lnTo>
                        <a:pt x="811358" y="558914"/>
                      </a:lnTo>
                      <a:cubicBezTo>
                        <a:pt x="862109" y="652414"/>
                        <a:pt x="941136" y="724281"/>
                        <a:pt x="1034412" y="762048"/>
                      </a:cubicBezTo>
                      <a:lnTo>
                        <a:pt x="1034412" y="829148"/>
                      </a:lnTo>
                      <a:lnTo>
                        <a:pt x="971616" y="814555"/>
                      </a:lnTo>
                      <a:cubicBezTo>
                        <a:pt x="850798" y="782655"/>
                        <a:pt x="750398" y="699714"/>
                        <a:pt x="696488" y="587147"/>
                      </a:cubicBezTo>
                      <a:lnTo>
                        <a:pt x="676511" y="545421"/>
                      </a:lnTo>
                      <a:lnTo>
                        <a:pt x="593003" y="545421"/>
                      </a:lnTo>
                      <a:lnTo>
                        <a:pt x="593003" y="859728"/>
                      </a:lnTo>
                      <a:lnTo>
                        <a:pt x="454632" y="859728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29" name="任意形状 28">
                  <a:extLst>
                    <a:ext uri="{FF2B5EF4-FFF2-40B4-BE49-F238E27FC236}">
                      <a16:creationId xmlns:a16="http://schemas.microsoft.com/office/drawing/2014/main" id="{E100873C-5840-0A40-856F-AA415746E1AC}"/>
                    </a:ext>
                  </a:extLst>
                </p:cNvPr>
                <p:cNvSpPr/>
                <p:nvPr/>
              </p:nvSpPr>
              <p:spPr>
                <a:xfrm>
                  <a:off x="10103105" y="4893067"/>
                  <a:ext cx="1057471" cy="807916"/>
                </a:xfrm>
                <a:custGeom>
                  <a:avLst/>
                  <a:gdLst>
                    <a:gd name="connsiteX0" fmla="*/ 235358 w 1057471"/>
                    <a:gd name="connsiteY0" fmla="*/ 407046 h 807916"/>
                    <a:gd name="connsiteX1" fmla="*/ 448572 w 1057471"/>
                    <a:gd name="connsiteY1" fmla="*/ 407046 h 807916"/>
                    <a:gd name="connsiteX2" fmla="*/ 449894 w 1057471"/>
                    <a:gd name="connsiteY2" fmla="*/ 399419 h 807916"/>
                    <a:gd name="connsiteX3" fmla="*/ 452391 w 1057471"/>
                    <a:gd name="connsiteY3" fmla="*/ 341853 h 807916"/>
                    <a:gd name="connsiteX4" fmla="*/ 452391 w 1057471"/>
                    <a:gd name="connsiteY4" fmla="*/ 224959 h 807916"/>
                    <a:gd name="connsiteX5" fmla="*/ 235358 w 1057471"/>
                    <a:gd name="connsiteY5" fmla="*/ 224959 h 807916"/>
                    <a:gd name="connsiteX6" fmla="*/ 235358 w 1057471"/>
                    <a:gd name="connsiteY6" fmla="*/ 407046 h 807916"/>
                    <a:gd name="connsiteX7" fmla="*/ 599135 w 1057471"/>
                    <a:gd name="connsiteY7" fmla="*/ 344346 h 807916"/>
                    <a:gd name="connsiteX8" fmla="*/ 597960 w 1057471"/>
                    <a:gd name="connsiteY8" fmla="*/ 396999 h 807916"/>
                    <a:gd name="connsiteX9" fmla="*/ 597079 w 1057471"/>
                    <a:gd name="connsiteY9" fmla="*/ 407046 h 807916"/>
                    <a:gd name="connsiteX10" fmla="*/ 824540 w 1057471"/>
                    <a:gd name="connsiteY10" fmla="*/ 407046 h 807916"/>
                    <a:gd name="connsiteX11" fmla="*/ 824540 w 1057471"/>
                    <a:gd name="connsiteY11" fmla="*/ 224959 h 807916"/>
                    <a:gd name="connsiteX12" fmla="*/ 599135 w 1057471"/>
                    <a:gd name="connsiteY12" fmla="*/ 224959 h 807916"/>
                    <a:gd name="connsiteX13" fmla="*/ 599135 w 1057471"/>
                    <a:gd name="connsiteY13" fmla="*/ 344346 h 807916"/>
                    <a:gd name="connsiteX14" fmla="*/ 626 w 1057471"/>
                    <a:gd name="connsiteY14" fmla="*/ 717467 h 807916"/>
                    <a:gd name="connsiteX15" fmla="*/ 416255 w 1057471"/>
                    <a:gd name="connsiteY15" fmla="*/ 531127 h 807916"/>
                    <a:gd name="connsiteX16" fmla="*/ 426611 w 1057471"/>
                    <a:gd name="connsiteY16" fmla="*/ 516607 h 807916"/>
                    <a:gd name="connsiteX17" fmla="*/ 626 w 1057471"/>
                    <a:gd name="connsiteY17" fmla="*/ 516607 h 807916"/>
                    <a:gd name="connsiteX18" fmla="*/ 626 w 1057471"/>
                    <a:gd name="connsiteY18" fmla="*/ 407046 h 807916"/>
                    <a:gd name="connsiteX19" fmla="*/ 115789 w 1057471"/>
                    <a:gd name="connsiteY19" fmla="*/ 407046 h 807916"/>
                    <a:gd name="connsiteX20" fmla="*/ 115789 w 1057471"/>
                    <a:gd name="connsiteY20" fmla="*/ 119945 h 807916"/>
                    <a:gd name="connsiteX21" fmla="*/ 452391 w 1057471"/>
                    <a:gd name="connsiteY21" fmla="*/ 119945 h 807916"/>
                    <a:gd name="connsiteX22" fmla="*/ 452391 w 1057471"/>
                    <a:gd name="connsiteY22" fmla="*/ 191 h 807916"/>
                    <a:gd name="connsiteX23" fmla="*/ 599135 w 1057471"/>
                    <a:gd name="connsiteY23" fmla="*/ 191 h 807916"/>
                    <a:gd name="connsiteX24" fmla="*/ 599135 w 1057471"/>
                    <a:gd name="connsiteY24" fmla="*/ 119945 h 807916"/>
                    <a:gd name="connsiteX25" fmla="*/ 951381 w 1057471"/>
                    <a:gd name="connsiteY25" fmla="*/ 119945 h 807916"/>
                    <a:gd name="connsiteX26" fmla="*/ 951381 w 1057471"/>
                    <a:gd name="connsiteY26" fmla="*/ 407046 h 807916"/>
                    <a:gd name="connsiteX27" fmla="*/ 1058098 w 1057471"/>
                    <a:gd name="connsiteY27" fmla="*/ 407046 h 807916"/>
                    <a:gd name="connsiteX28" fmla="*/ 1058098 w 1057471"/>
                    <a:gd name="connsiteY28" fmla="*/ 516607 h 807916"/>
                    <a:gd name="connsiteX29" fmla="*/ 632112 w 1057471"/>
                    <a:gd name="connsiteY29" fmla="*/ 516607 h 807916"/>
                    <a:gd name="connsiteX30" fmla="*/ 642542 w 1057471"/>
                    <a:gd name="connsiteY30" fmla="*/ 531127 h 807916"/>
                    <a:gd name="connsiteX31" fmla="*/ 1058098 w 1057471"/>
                    <a:gd name="connsiteY31" fmla="*/ 723701 h 807916"/>
                    <a:gd name="connsiteX32" fmla="*/ 1058098 w 1057471"/>
                    <a:gd name="connsiteY32" fmla="*/ 808108 h 807916"/>
                    <a:gd name="connsiteX33" fmla="*/ 536192 w 1057471"/>
                    <a:gd name="connsiteY33" fmla="*/ 600574 h 807916"/>
                    <a:gd name="connsiteX34" fmla="*/ 529362 w 1057471"/>
                    <a:gd name="connsiteY34" fmla="*/ 593167 h 807916"/>
                    <a:gd name="connsiteX35" fmla="*/ 522605 w 1057471"/>
                    <a:gd name="connsiteY35" fmla="*/ 600574 h 807916"/>
                    <a:gd name="connsiteX36" fmla="*/ 626 w 1057471"/>
                    <a:gd name="connsiteY36" fmla="*/ 808108 h 807916"/>
                    <a:gd name="connsiteX37" fmla="*/ 626 w 1057471"/>
                    <a:gd name="connsiteY37" fmla="*/ 717467 h 807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057471" h="807916">
                      <a:moveTo>
                        <a:pt x="235358" y="407046"/>
                      </a:moveTo>
                      <a:lnTo>
                        <a:pt x="448572" y="407046"/>
                      </a:lnTo>
                      <a:lnTo>
                        <a:pt x="449894" y="399419"/>
                      </a:lnTo>
                      <a:cubicBezTo>
                        <a:pt x="452391" y="384239"/>
                        <a:pt x="452391" y="356666"/>
                        <a:pt x="452391" y="341853"/>
                      </a:cubicBezTo>
                      <a:lnTo>
                        <a:pt x="452391" y="224959"/>
                      </a:lnTo>
                      <a:lnTo>
                        <a:pt x="235358" y="224959"/>
                      </a:lnTo>
                      <a:lnTo>
                        <a:pt x="235358" y="407046"/>
                      </a:lnTo>
                      <a:close/>
                      <a:moveTo>
                        <a:pt x="599135" y="344346"/>
                      </a:moveTo>
                      <a:cubicBezTo>
                        <a:pt x="599135" y="357253"/>
                        <a:pt x="599135" y="384093"/>
                        <a:pt x="597960" y="396999"/>
                      </a:cubicBezTo>
                      <a:lnTo>
                        <a:pt x="597079" y="407046"/>
                      </a:lnTo>
                      <a:lnTo>
                        <a:pt x="824540" y="407046"/>
                      </a:lnTo>
                      <a:lnTo>
                        <a:pt x="824540" y="224959"/>
                      </a:lnTo>
                      <a:lnTo>
                        <a:pt x="599135" y="224959"/>
                      </a:lnTo>
                      <a:lnTo>
                        <a:pt x="599135" y="344346"/>
                      </a:lnTo>
                      <a:close/>
                      <a:moveTo>
                        <a:pt x="626" y="717467"/>
                      </a:moveTo>
                      <a:cubicBezTo>
                        <a:pt x="264663" y="685127"/>
                        <a:pt x="371453" y="593754"/>
                        <a:pt x="416255" y="531127"/>
                      </a:cubicBezTo>
                      <a:lnTo>
                        <a:pt x="426611" y="516607"/>
                      </a:lnTo>
                      <a:lnTo>
                        <a:pt x="626" y="516607"/>
                      </a:lnTo>
                      <a:lnTo>
                        <a:pt x="626" y="407046"/>
                      </a:lnTo>
                      <a:lnTo>
                        <a:pt x="115789" y="407046"/>
                      </a:lnTo>
                      <a:lnTo>
                        <a:pt x="115789" y="119945"/>
                      </a:lnTo>
                      <a:lnTo>
                        <a:pt x="452391" y="119945"/>
                      </a:lnTo>
                      <a:lnTo>
                        <a:pt x="452391" y="191"/>
                      </a:lnTo>
                      <a:lnTo>
                        <a:pt x="599135" y="191"/>
                      </a:lnTo>
                      <a:lnTo>
                        <a:pt x="599135" y="119945"/>
                      </a:lnTo>
                      <a:lnTo>
                        <a:pt x="951381" y="119945"/>
                      </a:lnTo>
                      <a:lnTo>
                        <a:pt x="951381" y="407046"/>
                      </a:lnTo>
                      <a:lnTo>
                        <a:pt x="1058098" y="407046"/>
                      </a:lnTo>
                      <a:lnTo>
                        <a:pt x="1058098" y="516607"/>
                      </a:lnTo>
                      <a:lnTo>
                        <a:pt x="632112" y="516607"/>
                      </a:lnTo>
                      <a:lnTo>
                        <a:pt x="642542" y="531127"/>
                      </a:lnTo>
                      <a:cubicBezTo>
                        <a:pt x="687270" y="593754"/>
                        <a:pt x="794060" y="691434"/>
                        <a:pt x="1058098" y="723701"/>
                      </a:cubicBezTo>
                      <a:lnTo>
                        <a:pt x="1058098" y="808108"/>
                      </a:lnTo>
                      <a:cubicBezTo>
                        <a:pt x="998093" y="801581"/>
                        <a:pt x="682276" y="760221"/>
                        <a:pt x="536192" y="600574"/>
                      </a:cubicBezTo>
                      <a:lnTo>
                        <a:pt x="529362" y="593167"/>
                      </a:lnTo>
                      <a:lnTo>
                        <a:pt x="522605" y="600574"/>
                      </a:lnTo>
                      <a:cubicBezTo>
                        <a:pt x="376448" y="760294"/>
                        <a:pt x="60631" y="801581"/>
                        <a:pt x="626" y="808108"/>
                      </a:cubicBezTo>
                      <a:lnTo>
                        <a:pt x="626" y="717467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0" name="任意形状 29">
                  <a:extLst>
                    <a:ext uri="{FF2B5EF4-FFF2-40B4-BE49-F238E27FC236}">
                      <a16:creationId xmlns:a16="http://schemas.microsoft.com/office/drawing/2014/main" id="{D8CCF148-915B-5047-BFB5-CB4EFDEF811F}"/>
                    </a:ext>
                  </a:extLst>
                </p:cNvPr>
                <p:cNvSpPr/>
                <p:nvPr/>
              </p:nvSpPr>
              <p:spPr>
                <a:xfrm>
                  <a:off x="10113901" y="4626048"/>
                  <a:ext cx="1032280" cy="307341"/>
                </a:xfrm>
                <a:custGeom>
                  <a:avLst/>
                  <a:gdLst>
                    <a:gd name="connsiteX0" fmla="*/ 672293 w 1032280"/>
                    <a:gd name="connsiteY0" fmla="*/ 307453 h 307341"/>
                    <a:gd name="connsiteX1" fmla="*/ 672293 w 1032280"/>
                    <a:gd name="connsiteY1" fmla="*/ 200899 h 307341"/>
                    <a:gd name="connsiteX2" fmla="*/ 357725 w 1032280"/>
                    <a:gd name="connsiteY2" fmla="*/ 200899 h 307341"/>
                    <a:gd name="connsiteX3" fmla="*/ 357725 w 1032280"/>
                    <a:gd name="connsiteY3" fmla="*/ 307453 h 307341"/>
                    <a:gd name="connsiteX4" fmla="*/ 226992 w 1032280"/>
                    <a:gd name="connsiteY4" fmla="*/ 307453 h 307341"/>
                    <a:gd name="connsiteX5" fmla="*/ 226992 w 1032280"/>
                    <a:gd name="connsiteY5" fmla="*/ 200899 h 307341"/>
                    <a:gd name="connsiteX6" fmla="*/ 632 w 1032280"/>
                    <a:gd name="connsiteY6" fmla="*/ 200899 h 307341"/>
                    <a:gd name="connsiteX7" fmla="*/ 632 w 1032280"/>
                    <a:gd name="connsiteY7" fmla="*/ 91046 h 307341"/>
                    <a:gd name="connsiteX8" fmla="*/ 226992 w 1032280"/>
                    <a:gd name="connsiteY8" fmla="*/ 91046 h 307341"/>
                    <a:gd name="connsiteX9" fmla="*/ 226992 w 1032280"/>
                    <a:gd name="connsiteY9" fmla="*/ 112 h 307341"/>
                    <a:gd name="connsiteX10" fmla="*/ 357725 w 1032280"/>
                    <a:gd name="connsiteY10" fmla="*/ 112 h 307341"/>
                    <a:gd name="connsiteX11" fmla="*/ 357725 w 1032280"/>
                    <a:gd name="connsiteY11" fmla="*/ 91046 h 307341"/>
                    <a:gd name="connsiteX12" fmla="*/ 672293 w 1032280"/>
                    <a:gd name="connsiteY12" fmla="*/ 91046 h 307341"/>
                    <a:gd name="connsiteX13" fmla="*/ 672293 w 1032280"/>
                    <a:gd name="connsiteY13" fmla="*/ 112 h 307341"/>
                    <a:gd name="connsiteX14" fmla="*/ 804202 w 1032280"/>
                    <a:gd name="connsiteY14" fmla="*/ 112 h 307341"/>
                    <a:gd name="connsiteX15" fmla="*/ 804202 w 1032280"/>
                    <a:gd name="connsiteY15" fmla="*/ 91046 h 307341"/>
                    <a:gd name="connsiteX16" fmla="*/ 1032912 w 1032280"/>
                    <a:gd name="connsiteY16" fmla="*/ 91046 h 307341"/>
                    <a:gd name="connsiteX17" fmla="*/ 1032912 w 1032280"/>
                    <a:gd name="connsiteY17" fmla="*/ 200899 h 307341"/>
                    <a:gd name="connsiteX18" fmla="*/ 804202 w 1032280"/>
                    <a:gd name="connsiteY18" fmla="*/ 200899 h 307341"/>
                    <a:gd name="connsiteX19" fmla="*/ 804202 w 1032280"/>
                    <a:gd name="connsiteY19" fmla="*/ 307453 h 307341"/>
                    <a:gd name="connsiteX20" fmla="*/ 672293 w 1032280"/>
                    <a:gd name="connsiteY20" fmla="*/ 307453 h 307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032280" h="307341">
                      <a:moveTo>
                        <a:pt x="672293" y="307453"/>
                      </a:moveTo>
                      <a:lnTo>
                        <a:pt x="672293" y="200899"/>
                      </a:lnTo>
                      <a:lnTo>
                        <a:pt x="357725" y="200899"/>
                      </a:lnTo>
                      <a:lnTo>
                        <a:pt x="357725" y="307453"/>
                      </a:lnTo>
                      <a:lnTo>
                        <a:pt x="226992" y="307453"/>
                      </a:lnTo>
                      <a:lnTo>
                        <a:pt x="226992" y="200899"/>
                      </a:lnTo>
                      <a:lnTo>
                        <a:pt x="632" y="200899"/>
                      </a:lnTo>
                      <a:lnTo>
                        <a:pt x="632" y="91046"/>
                      </a:lnTo>
                      <a:lnTo>
                        <a:pt x="226992" y="91046"/>
                      </a:lnTo>
                      <a:lnTo>
                        <a:pt x="226992" y="112"/>
                      </a:lnTo>
                      <a:lnTo>
                        <a:pt x="357725" y="112"/>
                      </a:lnTo>
                      <a:lnTo>
                        <a:pt x="357725" y="91046"/>
                      </a:lnTo>
                      <a:lnTo>
                        <a:pt x="672293" y="91046"/>
                      </a:lnTo>
                      <a:lnTo>
                        <a:pt x="672293" y="112"/>
                      </a:lnTo>
                      <a:lnTo>
                        <a:pt x="804202" y="112"/>
                      </a:lnTo>
                      <a:lnTo>
                        <a:pt x="804202" y="91046"/>
                      </a:lnTo>
                      <a:lnTo>
                        <a:pt x="1032912" y="91046"/>
                      </a:lnTo>
                      <a:lnTo>
                        <a:pt x="1032912" y="200899"/>
                      </a:lnTo>
                      <a:lnTo>
                        <a:pt x="804202" y="200899"/>
                      </a:lnTo>
                      <a:lnTo>
                        <a:pt x="804202" y="307453"/>
                      </a:lnTo>
                      <a:lnTo>
                        <a:pt x="672293" y="307453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1" name="任意形状 30">
                  <a:extLst>
                    <a:ext uri="{FF2B5EF4-FFF2-40B4-BE49-F238E27FC236}">
                      <a16:creationId xmlns:a16="http://schemas.microsoft.com/office/drawing/2014/main" id="{19EC187A-3E99-D448-8658-846E984C3E5A}"/>
                    </a:ext>
                  </a:extLst>
                </p:cNvPr>
                <p:cNvSpPr/>
                <p:nvPr/>
              </p:nvSpPr>
              <p:spPr>
                <a:xfrm>
                  <a:off x="11380105" y="4678637"/>
                  <a:ext cx="1038743" cy="1009217"/>
                </a:xfrm>
                <a:custGeom>
                  <a:avLst/>
                  <a:gdLst>
                    <a:gd name="connsiteX0" fmla="*/ 102536 w 1038743"/>
                    <a:gd name="connsiteY0" fmla="*/ 1009385 h 1009217"/>
                    <a:gd name="connsiteX1" fmla="*/ 813 w 1038743"/>
                    <a:gd name="connsiteY1" fmla="*/ 907744 h 1009217"/>
                    <a:gd name="connsiteX2" fmla="*/ 813 w 1038743"/>
                    <a:gd name="connsiteY2" fmla="*/ 167 h 1009217"/>
                    <a:gd name="connsiteX3" fmla="*/ 1014291 w 1038743"/>
                    <a:gd name="connsiteY3" fmla="*/ 167 h 1009217"/>
                    <a:gd name="connsiteX4" fmla="*/ 1014291 w 1038743"/>
                    <a:gd name="connsiteY4" fmla="*/ 92054 h 1009217"/>
                    <a:gd name="connsiteX5" fmla="*/ 140360 w 1038743"/>
                    <a:gd name="connsiteY5" fmla="*/ 92054 h 1009217"/>
                    <a:gd name="connsiteX6" fmla="*/ 140360 w 1038743"/>
                    <a:gd name="connsiteY6" fmla="*/ 866384 h 1009217"/>
                    <a:gd name="connsiteX7" fmla="*/ 191699 w 1038743"/>
                    <a:gd name="connsiteY7" fmla="*/ 917644 h 1009217"/>
                    <a:gd name="connsiteX8" fmla="*/ 1039556 w 1038743"/>
                    <a:gd name="connsiteY8" fmla="*/ 917644 h 1009217"/>
                    <a:gd name="connsiteX9" fmla="*/ 1039556 w 1038743"/>
                    <a:gd name="connsiteY9" fmla="*/ 1009385 h 1009217"/>
                    <a:gd name="connsiteX10" fmla="*/ 102536 w 1038743"/>
                    <a:gd name="connsiteY10" fmla="*/ 1009385 h 1009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38743" h="1009217">
                      <a:moveTo>
                        <a:pt x="102536" y="1009385"/>
                      </a:moveTo>
                      <a:cubicBezTo>
                        <a:pt x="46423" y="1009385"/>
                        <a:pt x="813" y="963771"/>
                        <a:pt x="813" y="907744"/>
                      </a:cubicBezTo>
                      <a:lnTo>
                        <a:pt x="813" y="167"/>
                      </a:lnTo>
                      <a:lnTo>
                        <a:pt x="1014291" y="167"/>
                      </a:lnTo>
                      <a:lnTo>
                        <a:pt x="1014291" y="92054"/>
                      </a:lnTo>
                      <a:lnTo>
                        <a:pt x="140360" y="92054"/>
                      </a:lnTo>
                      <a:lnTo>
                        <a:pt x="140360" y="866384"/>
                      </a:lnTo>
                      <a:cubicBezTo>
                        <a:pt x="140360" y="894691"/>
                        <a:pt x="163349" y="917644"/>
                        <a:pt x="191699" y="917644"/>
                      </a:cubicBezTo>
                      <a:lnTo>
                        <a:pt x="1039556" y="917644"/>
                      </a:lnTo>
                      <a:lnTo>
                        <a:pt x="1039556" y="1009385"/>
                      </a:lnTo>
                      <a:lnTo>
                        <a:pt x="102536" y="1009385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2" name="任意形状 31">
                  <a:extLst>
                    <a:ext uri="{FF2B5EF4-FFF2-40B4-BE49-F238E27FC236}">
                      <a16:creationId xmlns:a16="http://schemas.microsoft.com/office/drawing/2014/main" id="{65414E87-C95E-9340-99DF-D769811057F0}"/>
                    </a:ext>
                  </a:extLst>
                </p:cNvPr>
                <p:cNvSpPr/>
                <p:nvPr/>
              </p:nvSpPr>
              <p:spPr>
                <a:xfrm>
                  <a:off x="11578776" y="4814976"/>
                  <a:ext cx="782858" cy="717642"/>
                </a:xfrm>
                <a:custGeom>
                  <a:avLst/>
                  <a:gdLst>
                    <a:gd name="connsiteX0" fmla="*/ 14926 w 782858"/>
                    <a:gd name="connsiteY0" fmla="*/ 637072 h 717642"/>
                    <a:gd name="connsiteX1" fmla="*/ 312675 w 782858"/>
                    <a:gd name="connsiteY1" fmla="*/ 427337 h 717642"/>
                    <a:gd name="connsiteX2" fmla="*/ 318844 w 782858"/>
                    <a:gd name="connsiteY2" fmla="*/ 414284 h 717642"/>
                    <a:gd name="connsiteX3" fmla="*/ 824 w 782858"/>
                    <a:gd name="connsiteY3" fmla="*/ 414284 h 717642"/>
                    <a:gd name="connsiteX4" fmla="*/ 824 w 782858"/>
                    <a:gd name="connsiteY4" fmla="*/ 332957 h 717642"/>
                    <a:gd name="connsiteX5" fmla="*/ 325528 w 782858"/>
                    <a:gd name="connsiteY5" fmla="*/ 332957 h 717642"/>
                    <a:gd name="connsiteX6" fmla="*/ 325528 w 782858"/>
                    <a:gd name="connsiteY6" fmla="*/ 177196 h 717642"/>
                    <a:gd name="connsiteX7" fmla="*/ 190902 w 782858"/>
                    <a:gd name="connsiteY7" fmla="*/ 177196 h 717642"/>
                    <a:gd name="connsiteX8" fmla="*/ 188331 w 782858"/>
                    <a:gd name="connsiteY8" fmla="*/ 179176 h 717642"/>
                    <a:gd name="connsiteX9" fmla="*/ 11694 w 782858"/>
                    <a:gd name="connsiteY9" fmla="*/ 253977 h 717642"/>
                    <a:gd name="connsiteX10" fmla="*/ 11694 w 782858"/>
                    <a:gd name="connsiteY10" fmla="*/ 198390 h 717642"/>
                    <a:gd name="connsiteX11" fmla="*/ 164535 w 782858"/>
                    <a:gd name="connsiteY11" fmla="*/ 30676 h 717642"/>
                    <a:gd name="connsiteX12" fmla="*/ 171953 w 782858"/>
                    <a:gd name="connsiteY12" fmla="*/ 169 h 717642"/>
                    <a:gd name="connsiteX13" fmla="*/ 287116 w 782858"/>
                    <a:gd name="connsiteY13" fmla="*/ 169 h 717642"/>
                    <a:gd name="connsiteX14" fmla="*/ 265376 w 782858"/>
                    <a:gd name="connsiteY14" fmla="*/ 79369 h 717642"/>
                    <a:gd name="connsiteX15" fmla="*/ 259721 w 782858"/>
                    <a:gd name="connsiteY15" fmla="*/ 92129 h 717642"/>
                    <a:gd name="connsiteX16" fmla="*/ 734474 w 782858"/>
                    <a:gd name="connsiteY16" fmla="*/ 92129 h 717642"/>
                    <a:gd name="connsiteX17" fmla="*/ 734474 w 782858"/>
                    <a:gd name="connsiteY17" fmla="*/ 177196 h 717642"/>
                    <a:gd name="connsiteX18" fmla="*/ 463826 w 782858"/>
                    <a:gd name="connsiteY18" fmla="*/ 177196 h 717642"/>
                    <a:gd name="connsiteX19" fmla="*/ 463826 w 782858"/>
                    <a:gd name="connsiteY19" fmla="*/ 332957 h 717642"/>
                    <a:gd name="connsiteX20" fmla="*/ 783683 w 782858"/>
                    <a:gd name="connsiteY20" fmla="*/ 332957 h 717642"/>
                    <a:gd name="connsiteX21" fmla="*/ 783683 w 782858"/>
                    <a:gd name="connsiteY21" fmla="*/ 414284 h 717642"/>
                    <a:gd name="connsiteX22" fmla="*/ 479837 w 782858"/>
                    <a:gd name="connsiteY22" fmla="*/ 414284 h 717642"/>
                    <a:gd name="connsiteX23" fmla="*/ 486741 w 782858"/>
                    <a:gd name="connsiteY23" fmla="*/ 427631 h 717642"/>
                    <a:gd name="connsiteX24" fmla="*/ 783683 w 782858"/>
                    <a:gd name="connsiteY24" fmla="*/ 639492 h 717642"/>
                    <a:gd name="connsiteX25" fmla="*/ 783683 w 782858"/>
                    <a:gd name="connsiteY25" fmla="*/ 717812 h 717642"/>
                    <a:gd name="connsiteX26" fmla="*/ 399267 w 782858"/>
                    <a:gd name="connsiteY26" fmla="*/ 511304 h 717642"/>
                    <a:gd name="connsiteX27" fmla="*/ 14926 w 782858"/>
                    <a:gd name="connsiteY27" fmla="*/ 717812 h 717642"/>
                    <a:gd name="connsiteX28" fmla="*/ 14926 w 782858"/>
                    <a:gd name="connsiteY28" fmla="*/ 637072 h 717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782858" h="717642">
                      <a:moveTo>
                        <a:pt x="14926" y="637072"/>
                      </a:moveTo>
                      <a:cubicBezTo>
                        <a:pt x="229167" y="621745"/>
                        <a:pt x="291523" y="472144"/>
                        <a:pt x="312675" y="427337"/>
                      </a:cubicBezTo>
                      <a:lnTo>
                        <a:pt x="318844" y="414284"/>
                      </a:lnTo>
                      <a:lnTo>
                        <a:pt x="824" y="414284"/>
                      </a:lnTo>
                      <a:lnTo>
                        <a:pt x="824" y="332957"/>
                      </a:lnTo>
                      <a:lnTo>
                        <a:pt x="325528" y="332957"/>
                      </a:lnTo>
                      <a:lnTo>
                        <a:pt x="325528" y="177196"/>
                      </a:lnTo>
                      <a:lnTo>
                        <a:pt x="190902" y="177196"/>
                      </a:lnTo>
                      <a:lnTo>
                        <a:pt x="188331" y="179176"/>
                      </a:lnTo>
                      <a:cubicBezTo>
                        <a:pt x="141473" y="217017"/>
                        <a:pt x="80586" y="242830"/>
                        <a:pt x="11694" y="253977"/>
                      </a:cubicBezTo>
                      <a:lnTo>
                        <a:pt x="11694" y="198390"/>
                      </a:lnTo>
                      <a:cubicBezTo>
                        <a:pt x="103428" y="156150"/>
                        <a:pt x="145072" y="110243"/>
                        <a:pt x="164535" y="30676"/>
                      </a:cubicBezTo>
                      <a:lnTo>
                        <a:pt x="171953" y="169"/>
                      </a:lnTo>
                      <a:lnTo>
                        <a:pt x="287116" y="169"/>
                      </a:lnTo>
                      <a:cubicBezTo>
                        <a:pt x="283223" y="28989"/>
                        <a:pt x="276099" y="55023"/>
                        <a:pt x="265376" y="79369"/>
                      </a:cubicBezTo>
                      <a:lnTo>
                        <a:pt x="259721" y="92129"/>
                      </a:lnTo>
                      <a:lnTo>
                        <a:pt x="734474" y="92129"/>
                      </a:lnTo>
                      <a:lnTo>
                        <a:pt x="734474" y="177196"/>
                      </a:lnTo>
                      <a:lnTo>
                        <a:pt x="463826" y="177196"/>
                      </a:lnTo>
                      <a:lnTo>
                        <a:pt x="463826" y="332957"/>
                      </a:lnTo>
                      <a:lnTo>
                        <a:pt x="783683" y="332957"/>
                      </a:lnTo>
                      <a:lnTo>
                        <a:pt x="783683" y="414284"/>
                      </a:lnTo>
                      <a:lnTo>
                        <a:pt x="479837" y="414284"/>
                      </a:lnTo>
                      <a:lnTo>
                        <a:pt x="486741" y="427631"/>
                      </a:lnTo>
                      <a:cubicBezTo>
                        <a:pt x="514651" y="481604"/>
                        <a:pt x="578328" y="615072"/>
                        <a:pt x="783683" y="639492"/>
                      </a:cubicBezTo>
                      <a:lnTo>
                        <a:pt x="783683" y="717812"/>
                      </a:lnTo>
                      <a:cubicBezTo>
                        <a:pt x="531176" y="717812"/>
                        <a:pt x="399267" y="511304"/>
                        <a:pt x="399267" y="511304"/>
                      </a:cubicBezTo>
                      <a:cubicBezTo>
                        <a:pt x="399267" y="511304"/>
                        <a:pt x="279918" y="717812"/>
                        <a:pt x="14926" y="717812"/>
                      </a:cubicBezTo>
                      <a:lnTo>
                        <a:pt x="14926" y="637072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3" name="任意形状 32">
                  <a:extLst>
                    <a:ext uri="{FF2B5EF4-FFF2-40B4-BE49-F238E27FC236}">
                      <a16:creationId xmlns:a16="http://schemas.microsoft.com/office/drawing/2014/main" id="{828A3CB7-064B-A24E-8D9D-3918B84D470E}"/>
                    </a:ext>
                  </a:extLst>
                </p:cNvPr>
                <p:cNvSpPr/>
                <p:nvPr/>
              </p:nvSpPr>
              <p:spPr>
                <a:xfrm>
                  <a:off x="12604225" y="4626031"/>
                  <a:ext cx="1044325" cy="249921"/>
                </a:xfrm>
                <a:custGeom>
                  <a:avLst/>
                  <a:gdLst>
                    <a:gd name="connsiteX0" fmla="*/ 242928 w 1044325"/>
                    <a:gd name="connsiteY0" fmla="*/ 250029 h 249921"/>
                    <a:gd name="connsiteX1" fmla="*/ 242928 w 1044325"/>
                    <a:gd name="connsiteY1" fmla="*/ 184175 h 249921"/>
                    <a:gd name="connsiteX2" fmla="*/ 998 w 1044325"/>
                    <a:gd name="connsiteY2" fmla="*/ 184175 h 249921"/>
                    <a:gd name="connsiteX3" fmla="*/ 998 w 1044325"/>
                    <a:gd name="connsiteY3" fmla="*/ 77842 h 249921"/>
                    <a:gd name="connsiteX4" fmla="*/ 242928 w 1044325"/>
                    <a:gd name="connsiteY4" fmla="*/ 77842 h 249921"/>
                    <a:gd name="connsiteX5" fmla="*/ 242928 w 1044325"/>
                    <a:gd name="connsiteY5" fmla="*/ 108 h 249921"/>
                    <a:gd name="connsiteX6" fmla="*/ 371238 w 1044325"/>
                    <a:gd name="connsiteY6" fmla="*/ 108 h 249921"/>
                    <a:gd name="connsiteX7" fmla="*/ 371238 w 1044325"/>
                    <a:gd name="connsiteY7" fmla="*/ 77842 h 249921"/>
                    <a:gd name="connsiteX8" fmla="*/ 664213 w 1044325"/>
                    <a:gd name="connsiteY8" fmla="*/ 77842 h 249921"/>
                    <a:gd name="connsiteX9" fmla="*/ 664213 w 1044325"/>
                    <a:gd name="connsiteY9" fmla="*/ 108 h 249921"/>
                    <a:gd name="connsiteX10" fmla="*/ 792596 w 1044325"/>
                    <a:gd name="connsiteY10" fmla="*/ 108 h 249921"/>
                    <a:gd name="connsiteX11" fmla="*/ 792596 w 1044325"/>
                    <a:gd name="connsiteY11" fmla="*/ 77842 h 249921"/>
                    <a:gd name="connsiteX12" fmla="*/ 1045323 w 1044325"/>
                    <a:gd name="connsiteY12" fmla="*/ 77842 h 249921"/>
                    <a:gd name="connsiteX13" fmla="*/ 1045323 w 1044325"/>
                    <a:gd name="connsiteY13" fmla="*/ 184175 h 249921"/>
                    <a:gd name="connsiteX14" fmla="*/ 792596 w 1044325"/>
                    <a:gd name="connsiteY14" fmla="*/ 184175 h 249921"/>
                    <a:gd name="connsiteX15" fmla="*/ 792596 w 1044325"/>
                    <a:gd name="connsiteY15" fmla="*/ 247609 h 249921"/>
                    <a:gd name="connsiteX16" fmla="*/ 664213 w 1044325"/>
                    <a:gd name="connsiteY16" fmla="*/ 247609 h 249921"/>
                    <a:gd name="connsiteX17" fmla="*/ 664213 w 1044325"/>
                    <a:gd name="connsiteY17" fmla="*/ 184175 h 249921"/>
                    <a:gd name="connsiteX18" fmla="*/ 371238 w 1044325"/>
                    <a:gd name="connsiteY18" fmla="*/ 184175 h 249921"/>
                    <a:gd name="connsiteX19" fmla="*/ 371238 w 1044325"/>
                    <a:gd name="connsiteY19" fmla="*/ 250029 h 249921"/>
                    <a:gd name="connsiteX20" fmla="*/ 242928 w 1044325"/>
                    <a:gd name="connsiteY20" fmla="*/ 250029 h 24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044325" h="249921">
                      <a:moveTo>
                        <a:pt x="242928" y="250029"/>
                      </a:moveTo>
                      <a:lnTo>
                        <a:pt x="242928" y="184175"/>
                      </a:lnTo>
                      <a:lnTo>
                        <a:pt x="998" y="184175"/>
                      </a:lnTo>
                      <a:lnTo>
                        <a:pt x="998" y="77842"/>
                      </a:lnTo>
                      <a:lnTo>
                        <a:pt x="242928" y="77842"/>
                      </a:lnTo>
                      <a:lnTo>
                        <a:pt x="242928" y="108"/>
                      </a:lnTo>
                      <a:lnTo>
                        <a:pt x="371238" y="108"/>
                      </a:lnTo>
                      <a:lnTo>
                        <a:pt x="371238" y="77842"/>
                      </a:lnTo>
                      <a:lnTo>
                        <a:pt x="664213" y="77842"/>
                      </a:lnTo>
                      <a:lnTo>
                        <a:pt x="664213" y="108"/>
                      </a:lnTo>
                      <a:lnTo>
                        <a:pt x="792596" y="108"/>
                      </a:lnTo>
                      <a:lnTo>
                        <a:pt x="792596" y="77842"/>
                      </a:lnTo>
                      <a:lnTo>
                        <a:pt x="1045323" y="77842"/>
                      </a:lnTo>
                      <a:lnTo>
                        <a:pt x="1045323" y="184175"/>
                      </a:lnTo>
                      <a:lnTo>
                        <a:pt x="792596" y="184175"/>
                      </a:lnTo>
                      <a:lnTo>
                        <a:pt x="792596" y="247609"/>
                      </a:lnTo>
                      <a:lnTo>
                        <a:pt x="664213" y="247609"/>
                      </a:lnTo>
                      <a:lnTo>
                        <a:pt x="664213" y="184175"/>
                      </a:lnTo>
                      <a:lnTo>
                        <a:pt x="371238" y="184175"/>
                      </a:lnTo>
                      <a:lnTo>
                        <a:pt x="371238" y="250029"/>
                      </a:lnTo>
                      <a:lnTo>
                        <a:pt x="242928" y="250029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4" name="任意形状 33">
                  <a:extLst>
                    <a:ext uri="{FF2B5EF4-FFF2-40B4-BE49-F238E27FC236}">
                      <a16:creationId xmlns:a16="http://schemas.microsoft.com/office/drawing/2014/main" id="{8DA673A9-A797-A941-8E8A-A048797450EF}"/>
                    </a:ext>
                  </a:extLst>
                </p:cNvPr>
                <p:cNvSpPr/>
                <p:nvPr/>
              </p:nvSpPr>
              <p:spPr>
                <a:xfrm>
                  <a:off x="12622292" y="5527526"/>
                  <a:ext cx="448312" cy="149967"/>
                </a:xfrm>
                <a:custGeom>
                  <a:avLst/>
                  <a:gdLst>
                    <a:gd name="connsiteX0" fmla="*/ 957 w 448312"/>
                    <a:gd name="connsiteY0" fmla="*/ 60077 h 149967"/>
                    <a:gd name="connsiteX1" fmla="*/ 70510 w 448312"/>
                    <a:gd name="connsiteY1" fmla="*/ 55457 h 149967"/>
                    <a:gd name="connsiteX2" fmla="*/ 449270 w 448312"/>
                    <a:gd name="connsiteY2" fmla="*/ 237 h 149967"/>
                    <a:gd name="connsiteX3" fmla="*/ 449270 w 448312"/>
                    <a:gd name="connsiteY3" fmla="*/ 89704 h 149967"/>
                    <a:gd name="connsiteX4" fmla="*/ 69776 w 448312"/>
                    <a:gd name="connsiteY4" fmla="*/ 145658 h 149967"/>
                    <a:gd name="connsiteX5" fmla="*/ 957 w 448312"/>
                    <a:gd name="connsiteY5" fmla="*/ 150204 h 149967"/>
                    <a:gd name="connsiteX6" fmla="*/ 957 w 448312"/>
                    <a:gd name="connsiteY6" fmla="*/ 60077 h 1499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48312" h="149967">
                      <a:moveTo>
                        <a:pt x="957" y="60077"/>
                      </a:moveTo>
                      <a:lnTo>
                        <a:pt x="70510" y="55457"/>
                      </a:lnTo>
                      <a:cubicBezTo>
                        <a:pt x="182295" y="48124"/>
                        <a:pt x="327791" y="33384"/>
                        <a:pt x="449270" y="237"/>
                      </a:cubicBezTo>
                      <a:lnTo>
                        <a:pt x="449270" y="89704"/>
                      </a:lnTo>
                      <a:cubicBezTo>
                        <a:pt x="327276" y="123364"/>
                        <a:pt x="181707" y="138178"/>
                        <a:pt x="69776" y="145658"/>
                      </a:cubicBezTo>
                      <a:lnTo>
                        <a:pt x="957" y="150204"/>
                      </a:lnTo>
                      <a:lnTo>
                        <a:pt x="957" y="60077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5" name="任意形状 34">
                  <a:extLst>
                    <a:ext uri="{FF2B5EF4-FFF2-40B4-BE49-F238E27FC236}">
                      <a16:creationId xmlns:a16="http://schemas.microsoft.com/office/drawing/2014/main" id="{68DB766B-D34E-3644-B942-0F071411469F}"/>
                    </a:ext>
                  </a:extLst>
                </p:cNvPr>
                <p:cNvSpPr/>
                <p:nvPr/>
              </p:nvSpPr>
              <p:spPr>
                <a:xfrm>
                  <a:off x="12622292" y="4920940"/>
                  <a:ext cx="448312" cy="577355"/>
                </a:xfrm>
                <a:custGeom>
                  <a:avLst/>
                  <a:gdLst>
                    <a:gd name="connsiteX0" fmla="*/ 957 w 448312"/>
                    <a:gd name="connsiteY0" fmla="*/ 485204 h 577355"/>
                    <a:gd name="connsiteX1" fmla="*/ 151961 w 448312"/>
                    <a:gd name="connsiteY1" fmla="*/ 345724 h 577355"/>
                    <a:gd name="connsiteX2" fmla="*/ 162024 w 448312"/>
                    <a:gd name="connsiteY2" fmla="*/ 334797 h 577355"/>
                    <a:gd name="connsiteX3" fmla="*/ 957 w 448312"/>
                    <a:gd name="connsiteY3" fmla="*/ 334797 h 577355"/>
                    <a:gd name="connsiteX4" fmla="*/ 957 w 448312"/>
                    <a:gd name="connsiteY4" fmla="*/ 241883 h 577355"/>
                    <a:gd name="connsiteX5" fmla="*/ 148289 w 448312"/>
                    <a:gd name="connsiteY5" fmla="*/ 7142 h 577355"/>
                    <a:gd name="connsiteX6" fmla="*/ 151007 w 448312"/>
                    <a:gd name="connsiteY6" fmla="*/ 175 h 577355"/>
                    <a:gd name="connsiteX7" fmla="*/ 285486 w 448312"/>
                    <a:gd name="connsiteY7" fmla="*/ 175 h 577355"/>
                    <a:gd name="connsiteX8" fmla="*/ 145131 w 448312"/>
                    <a:gd name="connsiteY8" fmla="*/ 230810 h 577355"/>
                    <a:gd name="connsiteX9" fmla="*/ 131764 w 448312"/>
                    <a:gd name="connsiteY9" fmla="*/ 246283 h 577355"/>
                    <a:gd name="connsiteX10" fmla="*/ 213289 w 448312"/>
                    <a:gd name="connsiteY10" fmla="*/ 246283 h 577355"/>
                    <a:gd name="connsiteX11" fmla="*/ 228492 w 448312"/>
                    <a:gd name="connsiteY11" fmla="*/ 246210 h 577355"/>
                    <a:gd name="connsiteX12" fmla="*/ 315452 w 448312"/>
                    <a:gd name="connsiteY12" fmla="*/ 118463 h 577355"/>
                    <a:gd name="connsiteX13" fmla="*/ 440309 w 448312"/>
                    <a:gd name="connsiteY13" fmla="*/ 118463 h 577355"/>
                    <a:gd name="connsiteX14" fmla="*/ 425547 w 448312"/>
                    <a:gd name="connsiteY14" fmla="*/ 146256 h 577355"/>
                    <a:gd name="connsiteX15" fmla="*/ 174216 w 448312"/>
                    <a:gd name="connsiteY15" fmla="*/ 458217 h 577355"/>
                    <a:gd name="connsiteX16" fmla="*/ 153430 w 448312"/>
                    <a:gd name="connsiteY16" fmla="*/ 477137 h 577355"/>
                    <a:gd name="connsiteX17" fmla="*/ 170617 w 448312"/>
                    <a:gd name="connsiteY17" fmla="*/ 474057 h 577355"/>
                    <a:gd name="connsiteX18" fmla="*/ 449270 w 448312"/>
                    <a:gd name="connsiteY18" fmla="*/ 427564 h 577355"/>
                    <a:gd name="connsiteX19" fmla="*/ 449270 w 448312"/>
                    <a:gd name="connsiteY19" fmla="*/ 517031 h 577355"/>
                    <a:gd name="connsiteX20" fmla="*/ 69776 w 448312"/>
                    <a:gd name="connsiteY20" fmla="*/ 572911 h 577355"/>
                    <a:gd name="connsiteX21" fmla="*/ 957 w 448312"/>
                    <a:gd name="connsiteY21" fmla="*/ 577531 h 577355"/>
                    <a:gd name="connsiteX22" fmla="*/ 957 w 448312"/>
                    <a:gd name="connsiteY22" fmla="*/ 485204 h 5773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48312" h="577355">
                      <a:moveTo>
                        <a:pt x="957" y="485204"/>
                      </a:moveTo>
                      <a:cubicBezTo>
                        <a:pt x="33420" y="462104"/>
                        <a:pt x="89165" y="409891"/>
                        <a:pt x="151961" y="345724"/>
                      </a:cubicBezTo>
                      <a:lnTo>
                        <a:pt x="162024" y="334797"/>
                      </a:lnTo>
                      <a:lnTo>
                        <a:pt x="957" y="334797"/>
                      </a:lnTo>
                      <a:lnTo>
                        <a:pt x="957" y="241883"/>
                      </a:lnTo>
                      <a:cubicBezTo>
                        <a:pt x="52883" y="203090"/>
                        <a:pt x="102386" y="124256"/>
                        <a:pt x="148289" y="7142"/>
                      </a:cubicBezTo>
                      <a:lnTo>
                        <a:pt x="151007" y="175"/>
                      </a:lnTo>
                      <a:lnTo>
                        <a:pt x="285486" y="175"/>
                      </a:lnTo>
                      <a:cubicBezTo>
                        <a:pt x="251040" y="91843"/>
                        <a:pt x="204108" y="168916"/>
                        <a:pt x="145131" y="230810"/>
                      </a:cubicBezTo>
                      <a:lnTo>
                        <a:pt x="131764" y="246283"/>
                      </a:lnTo>
                      <a:lnTo>
                        <a:pt x="213289" y="246283"/>
                      </a:lnTo>
                      <a:lnTo>
                        <a:pt x="228492" y="246210"/>
                      </a:lnTo>
                      <a:cubicBezTo>
                        <a:pt x="255961" y="215850"/>
                        <a:pt x="293859" y="165910"/>
                        <a:pt x="315452" y="118463"/>
                      </a:cubicBezTo>
                      <a:lnTo>
                        <a:pt x="440309" y="118463"/>
                      </a:lnTo>
                      <a:lnTo>
                        <a:pt x="425547" y="146256"/>
                      </a:lnTo>
                      <a:cubicBezTo>
                        <a:pt x="345564" y="274297"/>
                        <a:pt x="261028" y="379310"/>
                        <a:pt x="174216" y="458217"/>
                      </a:cubicBezTo>
                      <a:lnTo>
                        <a:pt x="153430" y="477137"/>
                      </a:lnTo>
                      <a:lnTo>
                        <a:pt x="170617" y="474057"/>
                      </a:lnTo>
                      <a:cubicBezTo>
                        <a:pt x="254125" y="465037"/>
                        <a:pt x="372152" y="448611"/>
                        <a:pt x="449270" y="427564"/>
                      </a:cubicBezTo>
                      <a:lnTo>
                        <a:pt x="449270" y="517031"/>
                      </a:lnTo>
                      <a:cubicBezTo>
                        <a:pt x="327130" y="550838"/>
                        <a:pt x="181634" y="565578"/>
                        <a:pt x="69776" y="572911"/>
                      </a:cubicBezTo>
                      <a:lnTo>
                        <a:pt x="957" y="577531"/>
                      </a:lnTo>
                      <a:lnTo>
                        <a:pt x="957" y="485204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6" name="任意形状 35">
                  <a:extLst>
                    <a:ext uri="{FF2B5EF4-FFF2-40B4-BE49-F238E27FC236}">
                      <a16:creationId xmlns:a16="http://schemas.microsoft.com/office/drawing/2014/main" id="{E096D377-784B-3A44-BED2-8F34B283A1A7}"/>
                    </a:ext>
                  </a:extLst>
                </p:cNvPr>
                <p:cNvSpPr/>
                <p:nvPr/>
              </p:nvSpPr>
              <p:spPr>
                <a:xfrm>
                  <a:off x="13063113" y="4919160"/>
                  <a:ext cx="586831" cy="768683"/>
                </a:xfrm>
                <a:custGeom>
                  <a:avLst/>
                  <a:gdLst>
                    <a:gd name="connsiteX0" fmla="*/ 295260 w 586831"/>
                    <a:gd name="connsiteY0" fmla="*/ 768870 h 768683"/>
                    <a:gd name="connsiteX1" fmla="*/ 295260 w 586831"/>
                    <a:gd name="connsiteY1" fmla="*/ 676983 h 768683"/>
                    <a:gd name="connsiteX2" fmla="*/ 406457 w 586831"/>
                    <a:gd name="connsiteY2" fmla="*/ 679696 h 768683"/>
                    <a:gd name="connsiteX3" fmla="*/ 463891 w 586831"/>
                    <a:gd name="connsiteY3" fmla="*/ 622350 h 768683"/>
                    <a:gd name="connsiteX4" fmla="*/ 463891 w 586831"/>
                    <a:gd name="connsiteY4" fmla="*/ 136954 h 768683"/>
                    <a:gd name="connsiteX5" fmla="*/ 249283 w 586831"/>
                    <a:gd name="connsiteY5" fmla="*/ 134168 h 768683"/>
                    <a:gd name="connsiteX6" fmla="*/ 246639 w 586831"/>
                    <a:gd name="connsiteY6" fmla="*/ 138568 h 768683"/>
                    <a:gd name="connsiteX7" fmla="*/ 1036 w 586831"/>
                    <a:gd name="connsiteY7" fmla="*/ 331215 h 768683"/>
                    <a:gd name="connsiteX8" fmla="*/ 1036 w 586831"/>
                    <a:gd name="connsiteY8" fmla="*/ 223268 h 768683"/>
                    <a:gd name="connsiteX9" fmla="*/ 171944 w 586831"/>
                    <a:gd name="connsiteY9" fmla="*/ 187 h 768683"/>
                    <a:gd name="connsiteX10" fmla="*/ 299373 w 586831"/>
                    <a:gd name="connsiteY10" fmla="*/ 187 h 768683"/>
                    <a:gd name="connsiteX11" fmla="*/ 292102 w 586831"/>
                    <a:gd name="connsiteY11" fmla="*/ 30840 h 768683"/>
                    <a:gd name="connsiteX12" fmla="*/ 289017 w 586831"/>
                    <a:gd name="connsiteY12" fmla="*/ 42354 h 768683"/>
                    <a:gd name="connsiteX13" fmla="*/ 587868 w 586831"/>
                    <a:gd name="connsiteY13" fmla="*/ 42354 h 768683"/>
                    <a:gd name="connsiteX14" fmla="*/ 587868 w 586831"/>
                    <a:gd name="connsiteY14" fmla="*/ 667890 h 768683"/>
                    <a:gd name="connsiteX15" fmla="*/ 486659 w 586831"/>
                    <a:gd name="connsiteY15" fmla="*/ 768870 h 768683"/>
                    <a:gd name="connsiteX16" fmla="*/ 295260 w 586831"/>
                    <a:gd name="connsiteY16" fmla="*/ 768870 h 768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86831" h="768683">
                      <a:moveTo>
                        <a:pt x="295260" y="768870"/>
                      </a:moveTo>
                      <a:lnTo>
                        <a:pt x="295260" y="676983"/>
                      </a:lnTo>
                      <a:lnTo>
                        <a:pt x="406457" y="679696"/>
                      </a:lnTo>
                      <a:cubicBezTo>
                        <a:pt x="438112" y="679696"/>
                        <a:pt x="463891" y="654030"/>
                        <a:pt x="463891" y="622350"/>
                      </a:cubicBezTo>
                      <a:lnTo>
                        <a:pt x="463891" y="136954"/>
                      </a:lnTo>
                      <a:lnTo>
                        <a:pt x="249283" y="134168"/>
                      </a:lnTo>
                      <a:lnTo>
                        <a:pt x="246639" y="138568"/>
                      </a:lnTo>
                      <a:cubicBezTo>
                        <a:pt x="175617" y="256121"/>
                        <a:pt x="37098" y="318822"/>
                        <a:pt x="1036" y="331215"/>
                      </a:cubicBezTo>
                      <a:lnTo>
                        <a:pt x="1036" y="223268"/>
                      </a:lnTo>
                      <a:cubicBezTo>
                        <a:pt x="29313" y="211828"/>
                        <a:pt x="167317" y="141941"/>
                        <a:pt x="171944" y="187"/>
                      </a:cubicBezTo>
                      <a:lnTo>
                        <a:pt x="299373" y="187"/>
                      </a:lnTo>
                      <a:cubicBezTo>
                        <a:pt x="297243" y="10674"/>
                        <a:pt x="294746" y="20867"/>
                        <a:pt x="292102" y="30840"/>
                      </a:cubicBezTo>
                      <a:lnTo>
                        <a:pt x="289017" y="42354"/>
                      </a:lnTo>
                      <a:lnTo>
                        <a:pt x="587868" y="42354"/>
                      </a:lnTo>
                      <a:lnTo>
                        <a:pt x="587868" y="667890"/>
                      </a:lnTo>
                      <a:cubicBezTo>
                        <a:pt x="587868" y="723550"/>
                        <a:pt x="542478" y="768870"/>
                        <a:pt x="486659" y="768870"/>
                      </a:cubicBezTo>
                      <a:lnTo>
                        <a:pt x="295260" y="768870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7" name="任意形状 36">
                  <a:extLst>
                    <a:ext uri="{FF2B5EF4-FFF2-40B4-BE49-F238E27FC236}">
                      <a16:creationId xmlns:a16="http://schemas.microsoft.com/office/drawing/2014/main" id="{6A006254-F1BD-D649-B879-F263A4D82CBA}"/>
                    </a:ext>
                  </a:extLst>
                </p:cNvPr>
                <p:cNvSpPr/>
                <p:nvPr/>
              </p:nvSpPr>
              <p:spPr>
                <a:xfrm>
                  <a:off x="13170124" y="5202362"/>
                  <a:ext cx="198009" cy="253954"/>
                </a:xfrm>
                <a:custGeom>
                  <a:avLst/>
                  <a:gdLst>
                    <a:gd name="connsiteX0" fmla="*/ 75423 w 198009"/>
                    <a:gd name="connsiteY0" fmla="*/ 254149 h 253954"/>
                    <a:gd name="connsiteX1" fmla="*/ 2932 w 198009"/>
                    <a:gd name="connsiteY1" fmla="*/ 4154 h 253954"/>
                    <a:gd name="connsiteX2" fmla="*/ 1023 w 198009"/>
                    <a:gd name="connsiteY2" fmla="*/ 194 h 253954"/>
                    <a:gd name="connsiteX3" fmla="*/ 116186 w 198009"/>
                    <a:gd name="connsiteY3" fmla="*/ 194 h 253954"/>
                    <a:gd name="connsiteX4" fmla="*/ 199033 w 198009"/>
                    <a:gd name="connsiteY4" fmla="*/ 254149 h 253954"/>
                    <a:gd name="connsiteX5" fmla="*/ 75423 w 198009"/>
                    <a:gd name="connsiteY5" fmla="*/ 254149 h 253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8009" h="253954">
                      <a:moveTo>
                        <a:pt x="75423" y="254149"/>
                      </a:moveTo>
                      <a:cubicBezTo>
                        <a:pt x="72412" y="167248"/>
                        <a:pt x="37452" y="78075"/>
                        <a:pt x="2932" y="4154"/>
                      </a:cubicBezTo>
                      <a:lnTo>
                        <a:pt x="1023" y="194"/>
                      </a:lnTo>
                      <a:lnTo>
                        <a:pt x="116186" y="194"/>
                      </a:lnTo>
                      <a:cubicBezTo>
                        <a:pt x="152101" y="75361"/>
                        <a:pt x="196021" y="167835"/>
                        <a:pt x="199033" y="254149"/>
                      </a:cubicBezTo>
                      <a:lnTo>
                        <a:pt x="75423" y="254149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8" name="任意形状 37">
                  <a:extLst>
                    <a:ext uri="{FF2B5EF4-FFF2-40B4-BE49-F238E27FC236}">
                      <a16:creationId xmlns:a16="http://schemas.microsoft.com/office/drawing/2014/main" id="{E97662AD-2A3A-BE41-830B-C29594985D97}"/>
                    </a:ext>
                  </a:extLst>
                </p:cNvPr>
                <p:cNvSpPr/>
                <p:nvPr/>
              </p:nvSpPr>
              <p:spPr>
                <a:xfrm>
                  <a:off x="13841858" y="4624446"/>
                  <a:ext cx="1059895" cy="1098171"/>
                </a:xfrm>
                <a:custGeom>
                  <a:avLst/>
                  <a:gdLst>
                    <a:gd name="connsiteX0" fmla="*/ 218215 w 1059895"/>
                    <a:gd name="connsiteY0" fmla="*/ 165105 h 1098171"/>
                    <a:gd name="connsiteX1" fmla="*/ 176131 w 1059895"/>
                    <a:gd name="connsiteY1" fmla="*/ 215412 h 1098171"/>
                    <a:gd name="connsiteX2" fmla="*/ 176131 w 1059895"/>
                    <a:gd name="connsiteY2" fmla="*/ 251272 h 1098171"/>
                    <a:gd name="connsiteX3" fmla="*/ 460146 w 1059895"/>
                    <a:gd name="connsiteY3" fmla="*/ 251272 h 1098171"/>
                    <a:gd name="connsiteX4" fmla="*/ 460146 w 1059895"/>
                    <a:gd name="connsiteY4" fmla="*/ 161145 h 1098171"/>
                    <a:gd name="connsiteX5" fmla="*/ 220933 w 1059895"/>
                    <a:gd name="connsiteY5" fmla="*/ 161145 h 1098171"/>
                    <a:gd name="connsiteX6" fmla="*/ 218215 w 1059895"/>
                    <a:gd name="connsiteY6" fmla="*/ 165105 h 1098171"/>
                    <a:gd name="connsiteX7" fmla="*/ 176131 w 1059895"/>
                    <a:gd name="connsiteY7" fmla="*/ 407840 h 1098171"/>
                    <a:gd name="connsiteX8" fmla="*/ 460146 w 1059895"/>
                    <a:gd name="connsiteY8" fmla="*/ 407840 h 1098171"/>
                    <a:gd name="connsiteX9" fmla="*/ 460146 w 1059895"/>
                    <a:gd name="connsiteY9" fmla="*/ 320206 h 1098171"/>
                    <a:gd name="connsiteX10" fmla="*/ 176131 w 1059895"/>
                    <a:gd name="connsiteY10" fmla="*/ 320206 h 1098171"/>
                    <a:gd name="connsiteX11" fmla="*/ 176131 w 1059895"/>
                    <a:gd name="connsiteY11" fmla="*/ 407840 h 1098171"/>
                    <a:gd name="connsiteX12" fmla="*/ 176131 w 1059895"/>
                    <a:gd name="connsiteY12" fmla="*/ 559200 h 1098171"/>
                    <a:gd name="connsiteX13" fmla="*/ 460146 w 1059895"/>
                    <a:gd name="connsiteY13" fmla="*/ 559200 h 1098171"/>
                    <a:gd name="connsiteX14" fmla="*/ 460146 w 1059895"/>
                    <a:gd name="connsiteY14" fmla="*/ 476700 h 1098171"/>
                    <a:gd name="connsiteX15" fmla="*/ 176131 w 1059895"/>
                    <a:gd name="connsiteY15" fmla="*/ 476700 h 1098171"/>
                    <a:gd name="connsiteX16" fmla="*/ 176131 w 1059895"/>
                    <a:gd name="connsiteY16" fmla="*/ 559200 h 1098171"/>
                    <a:gd name="connsiteX17" fmla="*/ 460146 w 1059895"/>
                    <a:gd name="connsiteY17" fmla="*/ 1098349 h 1098171"/>
                    <a:gd name="connsiteX18" fmla="*/ 460146 w 1059895"/>
                    <a:gd name="connsiteY18" fmla="*/ 824961 h 1098171"/>
                    <a:gd name="connsiteX19" fmla="*/ 365841 w 1059895"/>
                    <a:gd name="connsiteY19" fmla="*/ 824961 h 1098171"/>
                    <a:gd name="connsiteX20" fmla="*/ 76759 w 1059895"/>
                    <a:gd name="connsiteY20" fmla="*/ 1081483 h 1098171"/>
                    <a:gd name="connsiteX21" fmla="*/ 21601 w 1059895"/>
                    <a:gd name="connsiteY21" fmla="*/ 1096003 h 1098171"/>
                    <a:gd name="connsiteX22" fmla="*/ 21601 w 1059895"/>
                    <a:gd name="connsiteY22" fmla="*/ 1018416 h 1098171"/>
                    <a:gd name="connsiteX23" fmla="*/ 230261 w 1059895"/>
                    <a:gd name="connsiteY23" fmla="*/ 824961 h 1098171"/>
                    <a:gd name="connsiteX24" fmla="*/ 1183 w 1059895"/>
                    <a:gd name="connsiteY24" fmla="*/ 824961 h 1098171"/>
                    <a:gd name="connsiteX25" fmla="*/ 1183 w 1059895"/>
                    <a:gd name="connsiteY25" fmla="*/ 740628 h 1098171"/>
                    <a:gd name="connsiteX26" fmla="*/ 460146 w 1059895"/>
                    <a:gd name="connsiteY26" fmla="*/ 740628 h 1098171"/>
                    <a:gd name="connsiteX27" fmla="*/ 460146 w 1059895"/>
                    <a:gd name="connsiteY27" fmla="*/ 627987 h 1098171"/>
                    <a:gd name="connsiteX28" fmla="*/ 80505 w 1059895"/>
                    <a:gd name="connsiteY28" fmla="*/ 627987 h 1098171"/>
                    <a:gd name="connsiteX29" fmla="*/ 52889 w 1059895"/>
                    <a:gd name="connsiteY29" fmla="*/ 627914 h 1098171"/>
                    <a:gd name="connsiteX30" fmla="*/ 52889 w 1059895"/>
                    <a:gd name="connsiteY30" fmla="*/ 292339 h 1098171"/>
                    <a:gd name="connsiteX31" fmla="*/ 40844 w 1059895"/>
                    <a:gd name="connsiteY31" fmla="*/ 296373 h 1098171"/>
                    <a:gd name="connsiteX32" fmla="*/ 1183 w 1059895"/>
                    <a:gd name="connsiteY32" fmla="*/ 307519 h 1098171"/>
                    <a:gd name="connsiteX33" fmla="*/ 1183 w 1059895"/>
                    <a:gd name="connsiteY33" fmla="*/ 240566 h 1098171"/>
                    <a:gd name="connsiteX34" fmla="*/ 142713 w 1059895"/>
                    <a:gd name="connsiteY34" fmla="*/ 1645 h 1098171"/>
                    <a:gd name="connsiteX35" fmla="*/ 281966 w 1059895"/>
                    <a:gd name="connsiteY35" fmla="*/ 178 h 1098171"/>
                    <a:gd name="connsiteX36" fmla="*/ 262136 w 1059895"/>
                    <a:gd name="connsiteY36" fmla="*/ 79965 h 1098171"/>
                    <a:gd name="connsiteX37" fmla="*/ 257656 w 1059895"/>
                    <a:gd name="connsiteY37" fmla="*/ 92285 h 1098171"/>
                    <a:gd name="connsiteX38" fmla="*/ 460146 w 1059895"/>
                    <a:gd name="connsiteY38" fmla="*/ 92285 h 1098171"/>
                    <a:gd name="connsiteX39" fmla="*/ 460146 w 1059895"/>
                    <a:gd name="connsiteY39" fmla="*/ 1718 h 1098171"/>
                    <a:gd name="connsiteX40" fmla="*/ 598444 w 1059895"/>
                    <a:gd name="connsiteY40" fmla="*/ 1718 h 1098171"/>
                    <a:gd name="connsiteX41" fmla="*/ 598444 w 1059895"/>
                    <a:gd name="connsiteY41" fmla="*/ 92285 h 1098171"/>
                    <a:gd name="connsiteX42" fmla="*/ 1021859 w 1059895"/>
                    <a:gd name="connsiteY42" fmla="*/ 92285 h 1098171"/>
                    <a:gd name="connsiteX43" fmla="*/ 1021859 w 1059895"/>
                    <a:gd name="connsiteY43" fmla="*/ 161145 h 1098171"/>
                    <a:gd name="connsiteX44" fmla="*/ 598444 w 1059895"/>
                    <a:gd name="connsiteY44" fmla="*/ 161145 h 1098171"/>
                    <a:gd name="connsiteX45" fmla="*/ 598444 w 1059895"/>
                    <a:gd name="connsiteY45" fmla="*/ 251272 h 1098171"/>
                    <a:gd name="connsiteX46" fmla="*/ 1021859 w 1059895"/>
                    <a:gd name="connsiteY46" fmla="*/ 251272 h 1098171"/>
                    <a:gd name="connsiteX47" fmla="*/ 1021859 w 1059895"/>
                    <a:gd name="connsiteY47" fmla="*/ 320133 h 1098171"/>
                    <a:gd name="connsiteX48" fmla="*/ 598444 w 1059895"/>
                    <a:gd name="connsiteY48" fmla="*/ 320133 h 1098171"/>
                    <a:gd name="connsiteX49" fmla="*/ 598444 w 1059895"/>
                    <a:gd name="connsiteY49" fmla="*/ 407840 h 1098171"/>
                    <a:gd name="connsiteX50" fmla="*/ 1021859 w 1059895"/>
                    <a:gd name="connsiteY50" fmla="*/ 407840 h 1098171"/>
                    <a:gd name="connsiteX51" fmla="*/ 1021859 w 1059895"/>
                    <a:gd name="connsiteY51" fmla="*/ 476700 h 1098171"/>
                    <a:gd name="connsiteX52" fmla="*/ 598444 w 1059895"/>
                    <a:gd name="connsiteY52" fmla="*/ 476700 h 1098171"/>
                    <a:gd name="connsiteX53" fmla="*/ 598444 w 1059895"/>
                    <a:gd name="connsiteY53" fmla="*/ 559200 h 1098171"/>
                    <a:gd name="connsiteX54" fmla="*/ 1021859 w 1059895"/>
                    <a:gd name="connsiteY54" fmla="*/ 559200 h 1098171"/>
                    <a:gd name="connsiteX55" fmla="*/ 1021859 w 1059895"/>
                    <a:gd name="connsiteY55" fmla="*/ 627987 h 1098171"/>
                    <a:gd name="connsiteX56" fmla="*/ 598444 w 1059895"/>
                    <a:gd name="connsiteY56" fmla="*/ 627987 h 1098171"/>
                    <a:gd name="connsiteX57" fmla="*/ 598444 w 1059895"/>
                    <a:gd name="connsiteY57" fmla="*/ 740628 h 1098171"/>
                    <a:gd name="connsiteX58" fmla="*/ 1061079 w 1059895"/>
                    <a:gd name="connsiteY58" fmla="*/ 740628 h 1098171"/>
                    <a:gd name="connsiteX59" fmla="*/ 1061079 w 1059895"/>
                    <a:gd name="connsiteY59" fmla="*/ 824961 h 1098171"/>
                    <a:gd name="connsiteX60" fmla="*/ 842284 w 1059895"/>
                    <a:gd name="connsiteY60" fmla="*/ 824961 h 1098171"/>
                    <a:gd name="connsiteX61" fmla="*/ 1055497 w 1059895"/>
                    <a:gd name="connsiteY61" fmla="*/ 1022156 h 1098171"/>
                    <a:gd name="connsiteX62" fmla="*/ 1055497 w 1059895"/>
                    <a:gd name="connsiteY62" fmla="*/ 1096003 h 1098171"/>
                    <a:gd name="connsiteX63" fmla="*/ 1000339 w 1059895"/>
                    <a:gd name="connsiteY63" fmla="*/ 1081483 h 1098171"/>
                    <a:gd name="connsiteX64" fmla="*/ 699138 w 1059895"/>
                    <a:gd name="connsiteY64" fmla="*/ 824961 h 1098171"/>
                    <a:gd name="connsiteX65" fmla="*/ 598444 w 1059895"/>
                    <a:gd name="connsiteY65" fmla="*/ 824961 h 1098171"/>
                    <a:gd name="connsiteX66" fmla="*/ 598444 w 1059895"/>
                    <a:gd name="connsiteY66" fmla="*/ 1098349 h 1098171"/>
                    <a:gd name="connsiteX67" fmla="*/ 460146 w 1059895"/>
                    <a:gd name="connsiteY67" fmla="*/ 1098349 h 1098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</a:cxnLst>
                  <a:rect l="l" t="t" r="r" b="b"/>
                  <a:pathLst>
                    <a:path w="1059895" h="1098171">
                      <a:moveTo>
                        <a:pt x="218215" y="165105"/>
                      </a:moveTo>
                      <a:cubicBezTo>
                        <a:pt x="205803" y="182999"/>
                        <a:pt x="176131" y="215412"/>
                        <a:pt x="176131" y="215412"/>
                      </a:cubicBezTo>
                      <a:lnTo>
                        <a:pt x="176131" y="251272"/>
                      </a:lnTo>
                      <a:lnTo>
                        <a:pt x="460146" y="251272"/>
                      </a:lnTo>
                      <a:lnTo>
                        <a:pt x="460146" y="161145"/>
                      </a:lnTo>
                      <a:lnTo>
                        <a:pt x="220933" y="161145"/>
                      </a:lnTo>
                      <a:lnTo>
                        <a:pt x="218215" y="165105"/>
                      </a:lnTo>
                      <a:close/>
                      <a:moveTo>
                        <a:pt x="176131" y="407840"/>
                      </a:moveTo>
                      <a:lnTo>
                        <a:pt x="460146" y="407840"/>
                      </a:lnTo>
                      <a:lnTo>
                        <a:pt x="460146" y="320206"/>
                      </a:lnTo>
                      <a:lnTo>
                        <a:pt x="176131" y="320206"/>
                      </a:lnTo>
                      <a:lnTo>
                        <a:pt x="176131" y="407840"/>
                      </a:lnTo>
                      <a:close/>
                      <a:moveTo>
                        <a:pt x="176131" y="559200"/>
                      </a:moveTo>
                      <a:lnTo>
                        <a:pt x="460146" y="559200"/>
                      </a:lnTo>
                      <a:lnTo>
                        <a:pt x="460146" y="476700"/>
                      </a:lnTo>
                      <a:lnTo>
                        <a:pt x="176131" y="476700"/>
                      </a:lnTo>
                      <a:lnTo>
                        <a:pt x="176131" y="559200"/>
                      </a:lnTo>
                      <a:close/>
                      <a:moveTo>
                        <a:pt x="460146" y="1098349"/>
                      </a:moveTo>
                      <a:lnTo>
                        <a:pt x="460146" y="824961"/>
                      </a:lnTo>
                      <a:lnTo>
                        <a:pt x="365841" y="824961"/>
                      </a:lnTo>
                      <a:cubicBezTo>
                        <a:pt x="365841" y="824961"/>
                        <a:pt x="289164" y="1026702"/>
                        <a:pt x="76759" y="1081483"/>
                      </a:cubicBezTo>
                      <a:lnTo>
                        <a:pt x="21601" y="1096003"/>
                      </a:lnTo>
                      <a:lnTo>
                        <a:pt x="21601" y="1018416"/>
                      </a:lnTo>
                      <a:cubicBezTo>
                        <a:pt x="172165" y="970235"/>
                        <a:pt x="230261" y="824961"/>
                        <a:pt x="230261" y="824961"/>
                      </a:cubicBezTo>
                      <a:lnTo>
                        <a:pt x="1183" y="824961"/>
                      </a:lnTo>
                      <a:lnTo>
                        <a:pt x="1183" y="740628"/>
                      </a:lnTo>
                      <a:lnTo>
                        <a:pt x="460146" y="740628"/>
                      </a:lnTo>
                      <a:lnTo>
                        <a:pt x="460146" y="627987"/>
                      </a:lnTo>
                      <a:lnTo>
                        <a:pt x="80505" y="627987"/>
                      </a:lnTo>
                      <a:lnTo>
                        <a:pt x="52889" y="627914"/>
                      </a:lnTo>
                      <a:lnTo>
                        <a:pt x="52889" y="292339"/>
                      </a:lnTo>
                      <a:lnTo>
                        <a:pt x="40844" y="296373"/>
                      </a:lnTo>
                      <a:cubicBezTo>
                        <a:pt x="27550" y="300846"/>
                        <a:pt x="14550" y="304439"/>
                        <a:pt x="1183" y="307519"/>
                      </a:cubicBezTo>
                      <a:lnTo>
                        <a:pt x="1183" y="240566"/>
                      </a:lnTo>
                      <a:cubicBezTo>
                        <a:pt x="62584" y="196639"/>
                        <a:pt x="125453" y="129685"/>
                        <a:pt x="142713" y="1645"/>
                      </a:cubicBezTo>
                      <a:lnTo>
                        <a:pt x="281966" y="178"/>
                      </a:lnTo>
                      <a:cubicBezTo>
                        <a:pt x="280057" y="14918"/>
                        <a:pt x="274842" y="44618"/>
                        <a:pt x="262136" y="79965"/>
                      </a:cubicBezTo>
                      <a:lnTo>
                        <a:pt x="257656" y="92285"/>
                      </a:lnTo>
                      <a:lnTo>
                        <a:pt x="460146" y="92285"/>
                      </a:lnTo>
                      <a:lnTo>
                        <a:pt x="460146" y="1718"/>
                      </a:lnTo>
                      <a:lnTo>
                        <a:pt x="598444" y="1718"/>
                      </a:lnTo>
                      <a:lnTo>
                        <a:pt x="598444" y="92285"/>
                      </a:lnTo>
                      <a:lnTo>
                        <a:pt x="1021859" y="92285"/>
                      </a:lnTo>
                      <a:lnTo>
                        <a:pt x="1021859" y="161145"/>
                      </a:lnTo>
                      <a:lnTo>
                        <a:pt x="598444" y="161145"/>
                      </a:lnTo>
                      <a:lnTo>
                        <a:pt x="598444" y="251272"/>
                      </a:lnTo>
                      <a:lnTo>
                        <a:pt x="1021859" y="251272"/>
                      </a:lnTo>
                      <a:lnTo>
                        <a:pt x="1021859" y="320133"/>
                      </a:lnTo>
                      <a:lnTo>
                        <a:pt x="598444" y="320133"/>
                      </a:lnTo>
                      <a:lnTo>
                        <a:pt x="598444" y="407840"/>
                      </a:lnTo>
                      <a:lnTo>
                        <a:pt x="1021859" y="407840"/>
                      </a:lnTo>
                      <a:lnTo>
                        <a:pt x="1021859" y="476700"/>
                      </a:lnTo>
                      <a:lnTo>
                        <a:pt x="598444" y="476700"/>
                      </a:lnTo>
                      <a:lnTo>
                        <a:pt x="598444" y="559200"/>
                      </a:lnTo>
                      <a:lnTo>
                        <a:pt x="1021859" y="559200"/>
                      </a:lnTo>
                      <a:lnTo>
                        <a:pt x="1021859" y="627987"/>
                      </a:lnTo>
                      <a:lnTo>
                        <a:pt x="598444" y="627987"/>
                      </a:lnTo>
                      <a:lnTo>
                        <a:pt x="598444" y="740628"/>
                      </a:lnTo>
                      <a:lnTo>
                        <a:pt x="1061079" y="740628"/>
                      </a:lnTo>
                      <a:lnTo>
                        <a:pt x="1061079" y="824961"/>
                      </a:lnTo>
                      <a:lnTo>
                        <a:pt x="842284" y="824961"/>
                      </a:lnTo>
                      <a:cubicBezTo>
                        <a:pt x="842284" y="824961"/>
                        <a:pt x="906990" y="960189"/>
                        <a:pt x="1055497" y="1022156"/>
                      </a:cubicBezTo>
                      <a:lnTo>
                        <a:pt x="1055497" y="1096003"/>
                      </a:lnTo>
                      <a:lnTo>
                        <a:pt x="1000339" y="1081483"/>
                      </a:lnTo>
                      <a:cubicBezTo>
                        <a:pt x="791606" y="1007122"/>
                        <a:pt x="699138" y="824961"/>
                        <a:pt x="699138" y="824961"/>
                      </a:cubicBezTo>
                      <a:lnTo>
                        <a:pt x="598444" y="824961"/>
                      </a:lnTo>
                      <a:lnTo>
                        <a:pt x="598444" y="1098349"/>
                      </a:lnTo>
                      <a:lnTo>
                        <a:pt x="460146" y="1098349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39" name="任意形状 38">
                  <a:extLst>
                    <a:ext uri="{FF2B5EF4-FFF2-40B4-BE49-F238E27FC236}">
                      <a16:creationId xmlns:a16="http://schemas.microsoft.com/office/drawing/2014/main" id="{46E56FE1-C6A0-5B47-AC3F-ADBE00733550}"/>
                    </a:ext>
                  </a:extLst>
                </p:cNvPr>
                <p:cNvSpPr/>
                <p:nvPr/>
              </p:nvSpPr>
              <p:spPr>
                <a:xfrm>
                  <a:off x="15310772" y="4836732"/>
                  <a:ext cx="614373" cy="719402"/>
                </a:xfrm>
                <a:custGeom>
                  <a:avLst/>
                  <a:gdLst>
                    <a:gd name="connsiteX0" fmla="*/ 339445 w 614373"/>
                    <a:gd name="connsiteY0" fmla="*/ 228392 h 719402"/>
                    <a:gd name="connsiteX1" fmla="*/ 340620 w 614373"/>
                    <a:gd name="connsiteY1" fmla="*/ 220619 h 719402"/>
                    <a:gd name="connsiteX2" fmla="*/ 402020 w 614373"/>
                    <a:gd name="connsiteY2" fmla="*/ 220619 h 719402"/>
                    <a:gd name="connsiteX3" fmla="*/ 402020 w 614373"/>
                    <a:gd name="connsiteY3" fmla="*/ 606721 h 719402"/>
                    <a:gd name="connsiteX4" fmla="*/ 358687 w 614373"/>
                    <a:gd name="connsiteY4" fmla="*/ 649914 h 719402"/>
                    <a:gd name="connsiteX5" fmla="*/ 290089 w 614373"/>
                    <a:gd name="connsiteY5" fmla="*/ 649914 h 719402"/>
                    <a:gd name="connsiteX6" fmla="*/ 290089 w 614373"/>
                    <a:gd name="connsiteY6" fmla="*/ 719581 h 719402"/>
                    <a:gd name="connsiteX7" fmla="*/ 456591 w 614373"/>
                    <a:gd name="connsiteY7" fmla="*/ 719581 h 719402"/>
                    <a:gd name="connsiteX8" fmla="*/ 535545 w 614373"/>
                    <a:gd name="connsiteY8" fmla="*/ 640747 h 719402"/>
                    <a:gd name="connsiteX9" fmla="*/ 535545 w 614373"/>
                    <a:gd name="connsiteY9" fmla="*/ 220619 h 719402"/>
                    <a:gd name="connsiteX10" fmla="*/ 615747 w 614373"/>
                    <a:gd name="connsiteY10" fmla="*/ 220619 h 719402"/>
                    <a:gd name="connsiteX11" fmla="*/ 615747 w 614373"/>
                    <a:gd name="connsiteY11" fmla="*/ 129465 h 719402"/>
                    <a:gd name="connsiteX12" fmla="*/ 535545 w 614373"/>
                    <a:gd name="connsiteY12" fmla="*/ 129465 h 719402"/>
                    <a:gd name="connsiteX13" fmla="*/ 535545 w 614373"/>
                    <a:gd name="connsiteY13" fmla="*/ 178 h 719402"/>
                    <a:gd name="connsiteX14" fmla="*/ 402020 w 614373"/>
                    <a:gd name="connsiteY14" fmla="*/ 178 h 719402"/>
                    <a:gd name="connsiteX15" fmla="*/ 402020 w 614373"/>
                    <a:gd name="connsiteY15" fmla="*/ 129465 h 719402"/>
                    <a:gd name="connsiteX16" fmla="*/ 6515 w 614373"/>
                    <a:gd name="connsiteY16" fmla="*/ 129465 h 719402"/>
                    <a:gd name="connsiteX17" fmla="*/ 6515 w 614373"/>
                    <a:gd name="connsiteY17" fmla="*/ 220619 h 719402"/>
                    <a:gd name="connsiteX18" fmla="*/ 204598 w 614373"/>
                    <a:gd name="connsiteY18" fmla="*/ 220619 h 719402"/>
                    <a:gd name="connsiteX19" fmla="*/ 203276 w 614373"/>
                    <a:gd name="connsiteY19" fmla="*/ 230812 h 719402"/>
                    <a:gd name="connsiteX20" fmla="*/ 1374 w 614373"/>
                    <a:gd name="connsiteY20" fmla="*/ 635321 h 719402"/>
                    <a:gd name="connsiteX21" fmla="*/ 1374 w 614373"/>
                    <a:gd name="connsiteY21" fmla="*/ 717381 h 719402"/>
                    <a:gd name="connsiteX22" fmla="*/ 339445 w 614373"/>
                    <a:gd name="connsiteY22" fmla="*/ 228392 h 719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614373" h="719402">
                      <a:moveTo>
                        <a:pt x="339445" y="228392"/>
                      </a:moveTo>
                      <a:lnTo>
                        <a:pt x="340620" y="220619"/>
                      </a:lnTo>
                      <a:lnTo>
                        <a:pt x="402020" y="220619"/>
                      </a:lnTo>
                      <a:lnTo>
                        <a:pt x="402020" y="606721"/>
                      </a:lnTo>
                      <a:cubicBezTo>
                        <a:pt x="402020" y="630481"/>
                        <a:pt x="382557" y="649914"/>
                        <a:pt x="358687" y="649914"/>
                      </a:cubicBezTo>
                      <a:lnTo>
                        <a:pt x="290089" y="649914"/>
                      </a:lnTo>
                      <a:lnTo>
                        <a:pt x="290089" y="719581"/>
                      </a:lnTo>
                      <a:lnTo>
                        <a:pt x="456591" y="719581"/>
                      </a:lnTo>
                      <a:cubicBezTo>
                        <a:pt x="500144" y="719581"/>
                        <a:pt x="535545" y="684234"/>
                        <a:pt x="535545" y="640747"/>
                      </a:cubicBezTo>
                      <a:lnTo>
                        <a:pt x="535545" y="220619"/>
                      </a:lnTo>
                      <a:lnTo>
                        <a:pt x="615747" y="220619"/>
                      </a:lnTo>
                      <a:lnTo>
                        <a:pt x="615747" y="129465"/>
                      </a:lnTo>
                      <a:lnTo>
                        <a:pt x="535545" y="129465"/>
                      </a:lnTo>
                      <a:lnTo>
                        <a:pt x="535545" y="178"/>
                      </a:lnTo>
                      <a:lnTo>
                        <a:pt x="402020" y="178"/>
                      </a:lnTo>
                      <a:lnTo>
                        <a:pt x="402020" y="129465"/>
                      </a:lnTo>
                      <a:lnTo>
                        <a:pt x="6515" y="129465"/>
                      </a:lnTo>
                      <a:lnTo>
                        <a:pt x="6515" y="220619"/>
                      </a:lnTo>
                      <a:lnTo>
                        <a:pt x="204598" y="220619"/>
                      </a:lnTo>
                      <a:lnTo>
                        <a:pt x="203276" y="230812"/>
                      </a:lnTo>
                      <a:cubicBezTo>
                        <a:pt x="194242" y="303266"/>
                        <a:pt x="152966" y="536394"/>
                        <a:pt x="1374" y="635321"/>
                      </a:cubicBezTo>
                      <a:lnTo>
                        <a:pt x="1374" y="717381"/>
                      </a:lnTo>
                      <a:cubicBezTo>
                        <a:pt x="55063" y="696481"/>
                        <a:pt x="285168" y="589194"/>
                        <a:pt x="339445" y="228392"/>
                      </a:cubicBezTo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40" name="任意形状 39">
                  <a:extLst>
                    <a:ext uri="{FF2B5EF4-FFF2-40B4-BE49-F238E27FC236}">
                      <a16:creationId xmlns:a16="http://schemas.microsoft.com/office/drawing/2014/main" id="{9AA704D9-84B6-994B-9B3A-D4717E2A5111}"/>
                    </a:ext>
                  </a:extLst>
                </p:cNvPr>
                <p:cNvSpPr/>
                <p:nvPr/>
              </p:nvSpPr>
              <p:spPr>
                <a:xfrm>
                  <a:off x="15110191" y="4670238"/>
                  <a:ext cx="1025082" cy="1055931"/>
                </a:xfrm>
                <a:custGeom>
                  <a:avLst/>
                  <a:gdLst>
                    <a:gd name="connsiteX0" fmla="*/ 874943 w 1025082"/>
                    <a:gd name="connsiteY0" fmla="*/ 99767 h 1055931"/>
                    <a:gd name="connsiteX1" fmla="*/ 874943 w 1025082"/>
                    <a:gd name="connsiteY1" fmla="*/ 895217 h 1055931"/>
                    <a:gd name="connsiteX2" fmla="*/ 792390 w 1025082"/>
                    <a:gd name="connsiteY2" fmla="*/ 977644 h 1055931"/>
                    <a:gd name="connsiteX3" fmla="*/ 145700 w 1025082"/>
                    <a:gd name="connsiteY3" fmla="*/ 977644 h 1055931"/>
                    <a:gd name="connsiteX4" fmla="*/ 145700 w 1025082"/>
                    <a:gd name="connsiteY4" fmla="*/ 99767 h 1055931"/>
                    <a:gd name="connsiteX5" fmla="*/ 874943 w 1025082"/>
                    <a:gd name="connsiteY5" fmla="*/ 99767 h 1055931"/>
                    <a:gd name="connsiteX6" fmla="*/ 1379 w 1025082"/>
                    <a:gd name="connsiteY6" fmla="*/ 180 h 1055931"/>
                    <a:gd name="connsiteX7" fmla="*/ 1379 w 1025082"/>
                    <a:gd name="connsiteY7" fmla="*/ 1056111 h 1055931"/>
                    <a:gd name="connsiteX8" fmla="*/ 921507 w 1025082"/>
                    <a:gd name="connsiteY8" fmla="*/ 1056111 h 1055931"/>
                    <a:gd name="connsiteX9" fmla="*/ 1026461 w 1025082"/>
                    <a:gd name="connsiteY9" fmla="*/ 951318 h 1055931"/>
                    <a:gd name="connsiteX10" fmla="*/ 1026461 w 1025082"/>
                    <a:gd name="connsiteY10" fmla="*/ 180 h 1055931"/>
                    <a:gd name="connsiteX11" fmla="*/ 1379 w 1025082"/>
                    <a:gd name="connsiteY11" fmla="*/ 180 h 1055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025082" h="1055931">
                      <a:moveTo>
                        <a:pt x="874943" y="99767"/>
                      </a:moveTo>
                      <a:lnTo>
                        <a:pt x="874943" y="895217"/>
                      </a:lnTo>
                      <a:cubicBezTo>
                        <a:pt x="874943" y="940684"/>
                        <a:pt x="837853" y="977644"/>
                        <a:pt x="792390" y="977644"/>
                      </a:cubicBezTo>
                      <a:lnTo>
                        <a:pt x="145700" y="977644"/>
                      </a:lnTo>
                      <a:lnTo>
                        <a:pt x="145700" y="99767"/>
                      </a:lnTo>
                      <a:lnTo>
                        <a:pt x="874943" y="99767"/>
                      </a:lnTo>
                      <a:close/>
                      <a:moveTo>
                        <a:pt x="1379" y="180"/>
                      </a:moveTo>
                      <a:lnTo>
                        <a:pt x="1379" y="1056111"/>
                      </a:lnTo>
                      <a:lnTo>
                        <a:pt x="921507" y="1056111"/>
                      </a:lnTo>
                      <a:cubicBezTo>
                        <a:pt x="979383" y="1056111"/>
                        <a:pt x="1026461" y="1009104"/>
                        <a:pt x="1026461" y="951318"/>
                      </a:cubicBezTo>
                      <a:lnTo>
                        <a:pt x="1026461" y="180"/>
                      </a:lnTo>
                      <a:lnTo>
                        <a:pt x="1379" y="180"/>
                      </a:lnTo>
                      <a:close/>
                    </a:path>
                  </a:pathLst>
                </a:custGeom>
                <a:grpFill/>
                <a:ln w="7342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 dirty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</p:grpSp>
          <p:sp>
            <p:nvSpPr>
              <p:cNvPr id="9" name="任意形状 8">
                <a:extLst>
                  <a:ext uri="{FF2B5EF4-FFF2-40B4-BE49-F238E27FC236}">
                    <a16:creationId xmlns:a16="http://schemas.microsoft.com/office/drawing/2014/main" id="{4F705E94-0328-634C-971A-B41D40D6C204}"/>
                  </a:ext>
                </a:extLst>
              </p:cNvPr>
              <p:cNvSpPr/>
              <p:nvPr/>
            </p:nvSpPr>
            <p:spPr>
              <a:xfrm>
                <a:off x="15443121" y="6224694"/>
                <a:ext cx="482465" cy="572295"/>
              </a:xfrm>
              <a:custGeom>
                <a:avLst/>
                <a:gdLst>
                  <a:gd name="connsiteX0" fmla="*/ 367512 w 482465"/>
                  <a:gd name="connsiteY0" fmla="*/ 164715 h 572295"/>
                  <a:gd name="connsiteX1" fmla="*/ 246988 w 482465"/>
                  <a:gd name="connsiteY1" fmla="*/ 110668 h 572295"/>
                  <a:gd name="connsiteX2" fmla="*/ 146954 w 482465"/>
                  <a:gd name="connsiteY2" fmla="*/ 164202 h 572295"/>
                  <a:gd name="connsiteX3" fmla="*/ 249264 w 482465"/>
                  <a:gd name="connsiteY3" fmla="*/ 223162 h 572295"/>
                  <a:gd name="connsiteX4" fmla="*/ 483850 w 482465"/>
                  <a:gd name="connsiteY4" fmla="*/ 395716 h 572295"/>
                  <a:gd name="connsiteX5" fmla="*/ 248163 w 482465"/>
                  <a:gd name="connsiteY5" fmla="*/ 572670 h 572295"/>
                  <a:gd name="connsiteX6" fmla="*/ 1385 w 482465"/>
                  <a:gd name="connsiteY6" fmla="*/ 420063 h 572295"/>
                  <a:gd name="connsiteX7" fmla="*/ 116034 w 482465"/>
                  <a:gd name="connsiteY7" fmla="*/ 380609 h 572295"/>
                  <a:gd name="connsiteX8" fmla="*/ 249044 w 482465"/>
                  <a:gd name="connsiteY8" fmla="*/ 462596 h 572295"/>
                  <a:gd name="connsiteX9" fmla="*/ 349297 w 482465"/>
                  <a:gd name="connsiteY9" fmla="*/ 392416 h 572295"/>
                  <a:gd name="connsiteX10" fmla="*/ 240451 w 482465"/>
                  <a:gd name="connsiteY10" fmla="*/ 335656 h 572295"/>
                  <a:gd name="connsiteX11" fmla="*/ 13650 w 482465"/>
                  <a:gd name="connsiteY11" fmla="*/ 168602 h 572295"/>
                  <a:gd name="connsiteX12" fmla="*/ 244858 w 482465"/>
                  <a:gd name="connsiteY12" fmla="*/ 374 h 572295"/>
                  <a:gd name="connsiteX13" fmla="*/ 481133 w 482465"/>
                  <a:gd name="connsiteY13" fmla="*/ 130248 h 572295"/>
                  <a:gd name="connsiteX14" fmla="*/ 367512 w 482465"/>
                  <a:gd name="connsiteY14" fmla="*/ 164715 h 572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82465" h="572295">
                    <a:moveTo>
                      <a:pt x="367512" y="164715"/>
                    </a:moveTo>
                    <a:cubicBezTo>
                      <a:pt x="339456" y="125041"/>
                      <a:pt x="299281" y="110668"/>
                      <a:pt x="246988" y="110668"/>
                    </a:cubicBezTo>
                    <a:cubicBezTo>
                      <a:pt x="182502" y="110668"/>
                      <a:pt x="146954" y="130321"/>
                      <a:pt x="146954" y="164202"/>
                    </a:cubicBezTo>
                    <a:cubicBezTo>
                      <a:pt x="146954" y="199182"/>
                      <a:pt x="179271" y="218762"/>
                      <a:pt x="249264" y="223162"/>
                    </a:cubicBezTo>
                    <a:cubicBezTo>
                      <a:pt x="352676" y="229762"/>
                      <a:pt x="483850" y="252642"/>
                      <a:pt x="483850" y="395716"/>
                    </a:cubicBezTo>
                    <a:cubicBezTo>
                      <a:pt x="483850" y="490756"/>
                      <a:pt x="404896" y="572670"/>
                      <a:pt x="248163" y="572670"/>
                    </a:cubicBezTo>
                    <a:cubicBezTo>
                      <a:pt x="161423" y="572670"/>
                      <a:pt x="46921" y="528890"/>
                      <a:pt x="1385" y="420063"/>
                    </a:cubicBezTo>
                    <a:lnTo>
                      <a:pt x="116034" y="380609"/>
                    </a:lnTo>
                    <a:cubicBezTo>
                      <a:pt x="151288" y="433483"/>
                      <a:pt x="187937" y="461496"/>
                      <a:pt x="249044" y="462596"/>
                    </a:cubicBezTo>
                    <a:cubicBezTo>
                      <a:pt x="300162" y="463696"/>
                      <a:pt x="349297" y="431796"/>
                      <a:pt x="349297" y="392416"/>
                    </a:cubicBezTo>
                    <a:cubicBezTo>
                      <a:pt x="349297" y="355382"/>
                      <a:pt x="318156" y="340056"/>
                      <a:pt x="240451" y="335656"/>
                    </a:cubicBezTo>
                    <a:cubicBezTo>
                      <a:pt x="136966" y="328029"/>
                      <a:pt x="13650" y="290922"/>
                      <a:pt x="13650" y="168602"/>
                    </a:cubicBezTo>
                    <a:cubicBezTo>
                      <a:pt x="13650" y="44008"/>
                      <a:pt x="144751" y="374"/>
                      <a:pt x="244858" y="374"/>
                    </a:cubicBezTo>
                    <a:cubicBezTo>
                      <a:pt x="330422" y="374"/>
                      <a:pt x="417455" y="31174"/>
                      <a:pt x="481133" y="130248"/>
                    </a:cubicBezTo>
                    <a:lnTo>
                      <a:pt x="367512" y="164715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0" name="任意形状 9">
                <a:extLst>
                  <a:ext uri="{FF2B5EF4-FFF2-40B4-BE49-F238E27FC236}">
                    <a16:creationId xmlns:a16="http://schemas.microsoft.com/office/drawing/2014/main" id="{8CAD4484-67DA-134C-87CF-438B9D879B84}"/>
                  </a:ext>
                </a:extLst>
              </p:cNvPr>
              <p:cNvSpPr/>
              <p:nvPr/>
            </p:nvSpPr>
            <p:spPr>
              <a:xfrm>
                <a:off x="13532138" y="6013833"/>
                <a:ext cx="511329" cy="764649"/>
              </a:xfrm>
              <a:custGeom>
                <a:avLst/>
                <a:gdLst>
                  <a:gd name="connsiteX0" fmla="*/ 138295 w 511329"/>
                  <a:gd name="connsiteY0" fmla="*/ 361 h 764649"/>
                  <a:gd name="connsiteX1" fmla="*/ 138295 w 511329"/>
                  <a:gd name="connsiteY1" fmla="*/ 631690 h 764649"/>
                  <a:gd name="connsiteX2" fmla="*/ 512428 w 511329"/>
                  <a:gd name="connsiteY2" fmla="*/ 631690 h 764649"/>
                  <a:gd name="connsiteX3" fmla="*/ 512428 w 511329"/>
                  <a:gd name="connsiteY3" fmla="*/ 765010 h 764649"/>
                  <a:gd name="connsiteX4" fmla="*/ 1099 w 511329"/>
                  <a:gd name="connsiteY4" fmla="*/ 765010 h 764649"/>
                  <a:gd name="connsiteX5" fmla="*/ 1099 w 511329"/>
                  <a:gd name="connsiteY5" fmla="*/ 361 h 764649"/>
                  <a:gd name="connsiteX6" fmla="*/ 138295 w 511329"/>
                  <a:gd name="connsiteY6" fmla="*/ 361 h 764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1329" h="764649">
                    <a:moveTo>
                      <a:pt x="138295" y="361"/>
                    </a:moveTo>
                    <a:lnTo>
                      <a:pt x="138295" y="631690"/>
                    </a:lnTo>
                    <a:lnTo>
                      <a:pt x="512428" y="631690"/>
                    </a:lnTo>
                    <a:lnTo>
                      <a:pt x="512428" y="765010"/>
                    </a:lnTo>
                    <a:lnTo>
                      <a:pt x="1099" y="765010"/>
                    </a:lnTo>
                    <a:lnTo>
                      <a:pt x="1099" y="361"/>
                    </a:lnTo>
                    <a:lnTo>
                      <a:pt x="138295" y="361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1" name="任意形状 10">
                <a:extLst>
                  <a:ext uri="{FF2B5EF4-FFF2-40B4-BE49-F238E27FC236}">
                    <a16:creationId xmlns:a16="http://schemas.microsoft.com/office/drawing/2014/main" id="{3032FAF7-6D87-9140-8848-1686C5B09C78}"/>
                  </a:ext>
                </a:extLst>
              </p:cNvPr>
              <p:cNvSpPr/>
              <p:nvPr/>
            </p:nvSpPr>
            <p:spPr>
              <a:xfrm>
                <a:off x="14817437" y="6014948"/>
                <a:ext cx="555984" cy="775503"/>
              </a:xfrm>
              <a:custGeom>
                <a:avLst/>
                <a:gdLst>
                  <a:gd name="connsiteX0" fmla="*/ 136434 w 555984"/>
                  <a:gd name="connsiteY0" fmla="*/ 494037 h 775503"/>
                  <a:gd name="connsiteX1" fmla="*/ 285014 w 555984"/>
                  <a:gd name="connsiteY1" fmla="*/ 652438 h 775503"/>
                  <a:gd name="connsiteX2" fmla="*/ 430584 w 555984"/>
                  <a:gd name="connsiteY2" fmla="*/ 494037 h 775503"/>
                  <a:gd name="connsiteX3" fmla="*/ 285014 w 555984"/>
                  <a:gd name="connsiteY3" fmla="*/ 336736 h 775503"/>
                  <a:gd name="connsiteX4" fmla="*/ 136434 w 555984"/>
                  <a:gd name="connsiteY4" fmla="*/ 494037 h 775503"/>
                  <a:gd name="connsiteX5" fmla="*/ 128134 w 555984"/>
                  <a:gd name="connsiteY5" fmla="*/ 355 h 775503"/>
                  <a:gd name="connsiteX6" fmla="*/ 128134 w 555984"/>
                  <a:gd name="connsiteY6" fmla="*/ 298529 h 775503"/>
                  <a:gd name="connsiteX7" fmla="*/ 296472 w 555984"/>
                  <a:gd name="connsiteY7" fmla="*/ 212216 h 775503"/>
                  <a:gd name="connsiteX8" fmla="*/ 557278 w 555984"/>
                  <a:gd name="connsiteY8" fmla="*/ 494037 h 775503"/>
                  <a:gd name="connsiteX9" fmla="*/ 293387 w 555984"/>
                  <a:gd name="connsiteY9" fmla="*/ 775858 h 775503"/>
                  <a:gd name="connsiteX10" fmla="*/ 128134 w 555984"/>
                  <a:gd name="connsiteY10" fmla="*/ 689618 h 775503"/>
                  <a:gd name="connsiteX11" fmla="*/ 119761 w 555984"/>
                  <a:gd name="connsiteY11" fmla="*/ 763905 h 775503"/>
                  <a:gd name="connsiteX12" fmla="*/ 1293 w 555984"/>
                  <a:gd name="connsiteY12" fmla="*/ 763905 h 775503"/>
                  <a:gd name="connsiteX13" fmla="*/ 1293 w 555984"/>
                  <a:gd name="connsiteY13" fmla="*/ 355 h 775503"/>
                  <a:gd name="connsiteX14" fmla="*/ 128134 w 555984"/>
                  <a:gd name="connsiteY14" fmla="*/ 355 h 775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5984" h="775503">
                    <a:moveTo>
                      <a:pt x="136434" y="494037"/>
                    </a:moveTo>
                    <a:cubicBezTo>
                      <a:pt x="136434" y="591277"/>
                      <a:pt x="205032" y="652438"/>
                      <a:pt x="285014" y="652438"/>
                    </a:cubicBezTo>
                    <a:cubicBezTo>
                      <a:pt x="366099" y="652438"/>
                      <a:pt x="430584" y="587977"/>
                      <a:pt x="430584" y="494037"/>
                    </a:cubicBezTo>
                    <a:cubicBezTo>
                      <a:pt x="430584" y="396870"/>
                      <a:pt x="366099" y="336736"/>
                      <a:pt x="285014" y="336736"/>
                    </a:cubicBezTo>
                    <a:cubicBezTo>
                      <a:pt x="205032" y="336736"/>
                      <a:pt x="136434" y="400170"/>
                      <a:pt x="136434" y="494037"/>
                    </a:cubicBezTo>
                    <a:moveTo>
                      <a:pt x="128134" y="355"/>
                    </a:moveTo>
                    <a:lnTo>
                      <a:pt x="128134" y="298529"/>
                    </a:lnTo>
                    <a:cubicBezTo>
                      <a:pt x="158247" y="242796"/>
                      <a:pt x="242416" y="212216"/>
                      <a:pt x="296472" y="212216"/>
                    </a:cubicBezTo>
                    <a:cubicBezTo>
                      <a:pt x="446154" y="212216"/>
                      <a:pt x="557278" y="308429"/>
                      <a:pt x="557278" y="494037"/>
                    </a:cubicBezTo>
                    <a:cubicBezTo>
                      <a:pt x="557278" y="670991"/>
                      <a:pt x="444024" y="775858"/>
                      <a:pt x="293387" y="775858"/>
                    </a:cubicBezTo>
                    <a:cubicBezTo>
                      <a:pt x="230958" y="775858"/>
                      <a:pt x="167648" y="754005"/>
                      <a:pt x="128134" y="689618"/>
                    </a:cubicBezTo>
                    <a:lnTo>
                      <a:pt x="119761" y="763905"/>
                    </a:lnTo>
                    <a:lnTo>
                      <a:pt x="1293" y="763905"/>
                    </a:lnTo>
                    <a:lnTo>
                      <a:pt x="1293" y="355"/>
                    </a:lnTo>
                    <a:lnTo>
                      <a:pt x="128134" y="355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2" name="任意形状 11">
                <a:extLst>
                  <a:ext uri="{FF2B5EF4-FFF2-40B4-BE49-F238E27FC236}">
                    <a16:creationId xmlns:a16="http://schemas.microsoft.com/office/drawing/2014/main" id="{B85BB2AB-B552-BF40-9151-CF87A9645F9B}"/>
                  </a:ext>
                </a:extLst>
              </p:cNvPr>
              <p:cNvSpPr/>
              <p:nvPr/>
            </p:nvSpPr>
            <p:spPr>
              <a:xfrm>
                <a:off x="15994570" y="6655139"/>
                <a:ext cx="141897" cy="141680"/>
              </a:xfrm>
              <a:custGeom>
                <a:avLst/>
                <a:gdLst>
                  <a:gd name="connsiteX0" fmla="*/ 1125 w 141897"/>
                  <a:gd name="connsiteY0" fmla="*/ -298 h 141680"/>
                  <a:gd name="connsiteX1" fmla="*/ 143022 w 141897"/>
                  <a:gd name="connsiteY1" fmla="*/ -298 h 141680"/>
                  <a:gd name="connsiteX2" fmla="*/ 143022 w 141897"/>
                  <a:gd name="connsiteY2" fmla="*/ 141383 h 141680"/>
                  <a:gd name="connsiteX3" fmla="*/ 1125 w 141897"/>
                  <a:gd name="connsiteY3" fmla="*/ 141383 h 14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897" h="141680">
                    <a:moveTo>
                      <a:pt x="1125" y="-298"/>
                    </a:moveTo>
                    <a:lnTo>
                      <a:pt x="143022" y="-298"/>
                    </a:lnTo>
                    <a:lnTo>
                      <a:pt x="143022" y="141383"/>
                    </a:lnTo>
                    <a:lnTo>
                      <a:pt x="1125" y="141383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3" name="任意形状 12">
                <a:extLst>
                  <a:ext uri="{FF2B5EF4-FFF2-40B4-BE49-F238E27FC236}">
                    <a16:creationId xmlns:a16="http://schemas.microsoft.com/office/drawing/2014/main" id="{26918878-CD5D-2D45-ADD3-353F789CF6E2}"/>
                  </a:ext>
                </a:extLst>
              </p:cNvPr>
              <p:cNvSpPr/>
              <p:nvPr/>
            </p:nvSpPr>
            <p:spPr>
              <a:xfrm>
                <a:off x="7620420" y="6013868"/>
                <a:ext cx="802394" cy="764576"/>
              </a:xfrm>
              <a:custGeom>
                <a:avLst/>
                <a:gdLst>
                  <a:gd name="connsiteX0" fmla="*/ 401475 w 802394"/>
                  <a:gd name="connsiteY0" fmla="*/ 160886 h 764576"/>
                  <a:gd name="connsiteX1" fmla="*/ 266335 w 802394"/>
                  <a:gd name="connsiteY1" fmla="*/ 486340 h 764576"/>
                  <a:gd name="connsiteX2" fmla="*/ 536542 w 802394"/>
                  <a:gd name="connsiteY2" fmla="*/ 486340 h 764576"/>
                  <a:gd name="connsiteX3" fmla="*/ 401475 w 802394"/>
                  <a:gd name="connsiteY3" fmla="*/ 160886 h 764576"/>
                  <a:gd name="connsiteX4" fmla="*/ 591626 w 802394"/>
                  <a:gd name="connsiteY4" fmla="*/ 620761 h 764576"/>
                  <a:gd name="connsiteX5" fmla="*/ 211250 w 802394"/>
                  <a:gd name="connsiteY5" fmla="*/ 620761 h 764576"/>
                  <a:gd name="connsiteX6" fmla="*/ 148968 w 802394"/>
                  <a:gd name="connsiteY6" fmla="*/ 764935 h 764576"/>
                  <a:gd name="connsiteX7" fmla="*/ 241 w 802394"/>
                  <a:gd name="connsiteY7" fmla="*/ 764935 h 764576"/>
                  <a:gd name="connsiteX8" fmla="*/ 326560 w 802394"/>
                  <a:gd name="connsiteY8" fmla="*/ 358 h 764576"/>
                  <a:gd name="connsiteX9" fmla="*/ 476316 w 802394"/>
                  <a:gd name="connsiteY9" fmla="*/ 358 h 764576"/>
                  <a:gd name="connsiteX10" fmla="*/ 802635 w 802394"/>
                  <a:gd name="connsiteY10" fmla="*/ 764935 h 764576"/>
                  <a:gd name="connsiteX11" fmla="*/ 652953 w 802394"/>
                  <a:gd name="connsiteY11" fmla="*/ 764935 h 764576"/>
                  <a:gd name="connsiteX12" fmla="*/ 591626 w 802394"/>
                  <a:gd name="connsiteY12" fmla="*/ 620761 h 764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02394" h="764576">
                    <a:moveTo>
                      <a:pt x="401475" y="160886"/>
                    </a:moveTo>
                    <a:lnTo>
                      <a:pt x="266335" y="486340"/>
                    </a:lnTo>
                    <a:lnTo>
                      <a:pt x="536542" y="486340"/>
                    </a:lnTo>
                    <a:lnTo>
                      <a:pt x="401475" y="160886"/>
                    </a:lnTo>
                    <a:close/>
                    <a:moveTo>
                      <a:pt x="591626" y="620761"/>
                    </a:moveTo>
                    <a:lnTo>
                      <a:pt x="211250" y="620761"/>
                    </a:lnTo>
                    <a:lnTo>
                      <a:pt x="148968" y="764935"/>
                    </a:lnTo>
                    <a:lnTo>
                      <a:pt x="241" y="764935"/>
                    </a:lnTo>
                    <a:lnTo>
                      <a:pt x="326560" y="358"/>
                    </a:lnTo>
                    <a:lnTo>
                      <a:pt x="476316" y="358"/>
                    </a:lnTo>
                    <a:lnTo>
                      <a:pt x="802635" y="764935"/>
                    </a:lnTo>
                    <a:lnTo>
                      <a:pt x="652953" y="764935"/>
                    </a:lnTo>
                    <a:lnTo>
                      <a:pt x="591626" y="620761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4" name="任意形状 13">
                <a:extLst>
                  <a:ext uri="{FF2B5EF4-FFF2-40B4-BE49-F238E27FC236}">
                    <a16:creationId xmlns:a16="http://schemas.microsoft.com/office/drawing/2014/main" id="{E22C204F-E832-044C-B6F6-0417D7485C75}"/>
                  </a:ext>
                </a:extLst>
              </p:cNvPr>
              <p:cNvSpPr/>
              <p:nvPr/>
            </p:nvSpPr>
            <p:spPr>
              <a:xfrm>
                <a:off x="8455131" y="6224694"/>
                <a:ext cx="490250" cy="572295"/>
              </a:xfrm>
              <a:custGeom>
                <a:avLst/>
                <a:gdLst>
                  <a:gd name="connsiteX0" fmla="*/ 372420 w 490250"/>
                  <a:gd name="connsiteY0" fmla="*/ 164715 h 572295"/>
                  <a:gd name="connsiteX1" fmla="*/ 249986 w 490250"/>
                  <a:gd name="connsiteY1" fmla="*/ 110668 h 572295"/>
                  <a:gd name="connsiteX2" fmla="*/ 148337 w 490250"/>
                  <a:gd name="connsiteY2" fmla="*/ 164202 h 572295"/>
                  <a:gd name="connsiteX3" fmla="*/ 252263 w 490250"/>
                  <a:gd name="connsiteY3" fmla="*/ 223162 h 572295"/>
                  <a:gd name="connsiteX4" fmla="*/ 490594 w 490250"/>
                  <a:gd name="connsiteY4" fmla="*/ 395716 h 572295"/>
                  <a:gd name="connsiteX5" fmla="*/ 251161 w 490250"/>
                  <a:gd name="connsiteY5" fmla="*/ 572670 h 572295"/>
                  <a:gd name="connsiteX6" fmla="*/ 344 w 490250"/>
                  <a:gd name="connsiteY6" fmla="*/ 420063 h 572295"/>
                  <a:gd name="connsiteX7" fmla="*/ 116902 w 490250"/>
                  <a:gd name="connsiteY7" fmla="*/ 380609 h 572295"/>
                  <a:gd name="connsiteX8" fmla="*/ 251969 w 490250"/>
                  <a:gd name="connsiteY8" fmla="*/ 462596 h 572295"/>
                  <a:gd name="connsiteX9" fmla="*/ 353911 w 490250"/>
                  <a:gd name="connsiteY9" fmla="*/ 392416 h 572295"/>
                  <a:gd name="connsiteX10" fmla="*/ 243229 w 490250"/>
                  <a:gd name="connsiteY10" fmla="*/ 335656 h 572295"/>
                  <a:gd name="connsiteX11" fmla="*/ 12829 w 490250"/>
                  <a:gd name="connsiteY11" fmla="*/ 168602 h 572295"/>
                  <a:gd name="connsiteX12" fmla="*/ 247782 w 490250"/>
                  <a:gd name="connsiteY12" fmla="*/ 374 h 572295"/>
                  <a:gd name="connsiteX13" fmla="*/ 487876 w 490250"/>
                  <a:gd name="connsiteY13" fmla="*/ 130248 h 572295"/>
                  <a:gd name="connsiteX14" fmla="*/ 372420 w 490250"/>
                  <a:gd name="connsiteY14" fmla="*/ 164715 h 572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0250" h="572295">
                    <a:moveTo>
                      <a:pt x="372420" y="164715"/>
                    </a:moveTo>
                    <a:cubicBezTo>
                      <a:pt x="343923" y="125041"/>
                      <a:pt x="303160" y="110668"/>
                      <a:pt x="249986" y="110668"/>
                    </a:cubicBezTo>
                    <a:cubicBezTo>
                      <a:pt x="184472" y="110668"/>
                      <a:pt x="148337" y="130321"/>
                      <a:pt x="148337" y="164202"/>
                    </a:cubicBezTo>
                    <a:cubicBezTo>
                      <a:pt x="148337" y="199182"/>
                      <a:pt x="181094" y="218762"/>
                      <a:pt x="252263" y="223162"/>
                    </a:cubicBezTo>
                    <a:cubicBezTo>
                      <a:pt x="357290" y="229762"/>
                      <a:pt x="490594" y="252642"/>
                      <a:pt x="490594" y="395716"/>
                    </a:cubicBezTo>
                    <a:cubicBezTo>
                      <a:pt x="490594" y="490756"/>
                      <a:pt x="410465" y="572670"/>
                      <a:pt x="251161" y="572670"/>
                    </a:cubicBezTo>
                    <a:cubicBezTo>
                      <a:pt x="162952" y="572670"/>
                      <a:pt x="46614" y="528890"/>
                      <a:pt x="344" y="420063"/>
                    </a:cubicBezTo>
                    <a:lnTo>
                      <a:pt x="116902" y="380609"/>
                    </a:lnTo>
                    <a:cubicBezTo>
                      <a:pt x="152670" y="433483"/>
                      <a:pt x="189907" y="461496"/>
                      <a:pt x="251969" y="462596"/>
                    </a:cubicBezTo>
                    <a:cubicBezTo>
                      <a:pt x="303968" y="463696"/>
                      <a:pt x="353911" y="431796"/>
                      <a:pt x="353911" y="392416"/>
                    </a:cubicBezTo>
                    <a:cubicBezTo>
                      <a:pt x="353911" y="355382"/>
                      <a:pt x="322256" y="340056"/>
                      <a:pt x="243229" y="335656"/>
                    </a:cubicBezTo>
                    <a:cubicBezTo>
                      <a:pt x="138201" y="328029"/>
                      <a:pt x="12829" y="290922"/>
                      <a:pt x="12829" y="168602"/>
                    </a:cubicBezTo>
                    <a:cubicBezTo>
                      <a:pt x="12829" y="44008"/>
                      <a:pt x="146060" y="374"/>
                      <a:pt x="247782" y="374"/>
                    </a:cubicBezTo>
                    <a:cubicBezTo>
                      <a:pt x="334742" y="374"/>
                      <a:pt x="423171" y="31174"/>
                      <a:pt x="487876" y="130248"/>
                    </a:cubicBezTo>
                    <a:lnTo>
                      <a:pt x="372420" y="164715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5" name="任意形状 14">
                <a:extLst>
                  <a:ext uri="{FF2B5EF4-FFF2-40B4-BE49-F238E27FC236}">
                    <a16:creationId xmlns:a16="http://schemas.microsoft.com/office/drawing/2014/main" id="{F98C6192-4F4B-5A40-8C93-3319B10CE8D7}"/>
                  </a:ext>
                </a:extLst>
              </p:cNvPr>
              <p:cNvSpPr/>
              <p:nvPr/>
            </p:nvSpPr>
            <p:spPr>
              <a:xfrm>
                <a:off x="9630335" y="6230082"/>
                <a:ext cx="802321" cy="548388"/>
              </a:xfrm>
              <a:custGeom>
                <a:avLst/>
                <a:gdLst>
                  <a:gd name="connsiteX0" fmla="*/ 341401 w 802321"/>
                  <a:gd name="connsiteY0" fmla="*/ 548757 h 548388"/>
                  <a:gd name="connsiteX1" fmla="*/ 341401 w 802321"/>
                  <a:gd name="connsiteY1" fmla="*/ 260336 h 548388"/>
                  <a:gd name="connsiteX2" fmla="*/ 236447 w 802321"/>
                  <a:gd name="connsiteY2" fmla="*/ 124962 h 548388"/>
                  <a:gd name="connsiteX3" fmla="*/ 127307 w 802321"/>
                  <a:gd name="connsiteY3" fmla="*/ 260336 h 548388"/>
                  <a:gd name="connsiteX4" fmla="*/ 127307 w 802321"/>
                  <a:gd name="connsiteY4" fmla="*/ 548757 h 548388"/>
                  <a:gd name="connsiteX5" fmla="*/ 540 w 802321"/>
                  <a:gd name="connsiteY5" fmla="*/ 548757 h 548388"/>
                  <a:gd name="connsiteX6" fmla="*/ 540 w 802321"/>
                  <a:gd name="connsiteY6" fmla="*/ 9168 h 548388"/>
                  <a:gd name="connsiteX7" fmla="*/ 117979 w 802321"/>
                  <a:gd name="connsiteY7" fmla="*/ 9168 h 548388"/>
                  <a:gd name="connsiteX8" fmla="*/ 127307 w 802321"/>
                  <a:gd name="connsiteY8" fmla="*/ 74655 h 548388"/>
                  <a:gd name="connsiteX9" fmla="*/ 262447 w 802321"/>
                  <a:gd name="connsiteY9" fmla="*/ 368 h 548388"/>
                  <a:gd name="connsiteX10" fmla="*/ 414186 w 802321"/>
                  <a:gd name="connsiteY10" fmla="*/ 100908 h 548388"/>
                  <a:gd name="connsiteX11" fmla="*/ 585682 w 802321"/>
                  <a:gd name="connsiteY11" fmla="*/ 2568 h 548388"/>
                  <a:gd name="connsiteX12" fmla="*/ 802861 w 802321"/>
                  <a:gd name="connsiteY12" fmla="*/ 258209 h 548388"/>
                  <a:gd name="connsiteX13" fmla="*/ 802861 w 802321"/>
                  <a:gd name="connsiteY13" fmla="*/ 548757 h 548388"/>
                  <a:gd name="connsiteX14" fmla="*/ 676094 w 802321"/>
                  <a:gd name="connsiteY14" fmla="*/ 548757 h 548388"/>
                  <a:gd name="connsiteX15" fmla="*/ 676094 w 802321"/>
                  <a:gd name="connsiteY15" fmla="*/ 258209 h 548388"/>
                  <a:gd name="connsiteX16" fmla="*/ 579439 w 802321"/>
                  <a:gd name="connsiteY16" fmla="*/ 127088 h 548388"/>
                  <a:gd name="connsiteX17" fmla="*/ 468242 w 802321"/>
                  <a:gd name="connsiteY17" fmla="*/ 260336 h 548388"/>
                  <a:gd name="connsiteX18" fmla="*/ 468242 w 802321"/>
                  <a:gd name="connsiteY18" fmla="*/ 548757 h 548388"/>
                  <a:gd name="connsiteX19" fmla="*/ 341401 w 802321"/>
                  <a:gd name="connsiteY19" fmla="*/ 548757 h 548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02321" h="548388">
                    <a:moveTo>
                      <a:pt x="341401" y="548757"/>
                    </a:moveTo>
                    <a:lnTo>
                      <a:pt x="341401" y="260336"/>
                    </a:lnTo>
                    <a:cubicBezTo>
                      <a:pt x="341401" y="189422"/>
                      <a:pt x="306147" y="124962"/>
                      <a:pt x="236447" y="124962"/>
                    </a:cubicBezTo>
                    <a:cubicBezTo>
                      <a:pt x="167922" y="124962"/>
                      <a:pt x="127307" y="189422"/>
                      <a:pt x="127307" y="260336"/>
                    </a:cubicBezTo>
                    <a:lnTo>
                      <a:pt x="127307" y="548757"/>
                    </a:lnTo>
                    <a:lnTo>
                      <a:pt x="540" y="548757"/>
                    </a:lnTo>
                    <a:lnTo>
                      <a:pt x="540" y="9168"/>
                    </a:lnTo>
                    <a:lnTo>
                      <a:pt x="117979" y="9168"/>
                    </a:lnTo>
                    <a:lnTo>
                      <a:pt x="127307" y="74655"/>
                    </a:lnTo>
                    <a:cubicBezTo>
                      <a:pt x="154335" y="20095"/>
                      <a:pt x="213606" y="368"/>
                      <a:pt x="262447" y="368"/>
                    </a:cubicBezTo>
                    <a:cubicBezTo>
                      <a:pt x="323774" y="368"/>
                      <a:pt x="385101" y="26621"/>
                      <a:pt x="414186" y="100908"/>
                    </a:cubicBezTo>
                    <a:cubicBezTo>
                      <a:pt x="459869" y="24495"/>
                      <a:pt x="519140" y="2568"/>
                      <a:pt x="585682" y="2568"/>
                    </a:cubicBezTo>
                    <a:cubicBezTo>
                      <a:pt x="731178" y="2568"/>
                      <a:pt x="802861" y="96508"/>
                      <a:pt x="802861" y="258209"/>
                    </a:cubicBezTo>
                    <a:lnTo>
                      <a:pt x="802861" y="548757"/>
                    </a:lnTo>
                    <a:lnTo>
                      <a:pt x="676094" y="548757"/>
                    </a:lnTo>
                    <a:lnTo>
                      <a:pt x="676094" y="258209"/>
                    </a:lnTo>
                    <a:cubicBezTo>
                      <a:pt x="676094" y="187149"/>
                      <a:pt x="648037" y="127088"/>
                      <a:pt x="579439" y="127088"/>
                    </a:cubicBezTo>
                    <a:cubicBezTo>
                      <a:pt x="510841" y="127088"/>
                      <a:pt x="468242" y="189422"/>
                      <a:pt x="468242" y="260336"/>
                    </a:cubicBezTo>
                    <a:lnTo>
                      <a:pt x="468242" y="548757"/>
                    </a:lnTo>
                    <a:lnTo>
                      <a:pt x="341401" y="548757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6" name="任意形状 15">
                <a:extLst>
                  <a:ext uri="{FF2B5EF4-FFF2-40B4-BE49-F238E27FC236}">
                    <a16:creationId xmlns:a16="http://schemas.microsoft.com/office/drawing/2014/main" id="{C4C30977-5362-554D-86C8-450BAE71D0CD}"/>
                  </a:ext>
                </a:extLst>
              </p:cNvPr>
              <p:cNvSpPr/>
              <p:nvPr/>
            </p:nvSpPr>
            <p:spPr>
              <a:xfrm>
                <a:off x="10552005" y="6224688"/>
                <a:ext cx="469759" cy="570095"/>
              </a:xfrm>
              <a:custGeom>
                <a:avLst/>
                <a:gdLst>
                  <a:gd name="connsiteX0" fmla="*/ 470415 w 469759"/>
                  <a:gd name="connsiteY0" fmla="*/ 485325 h 570095"/>
                  <a:gd name="connsiteX1" fmla="*/ 272993 w 469759"/>
                  <a:gd name="connsiteY1" fmla="*/ 570465 h 570095"/>
                  <a:gd name="connsiteX2" fmla="*/ 656 w 469759"/>
                  <a:gd name="connsiteY2" fmla="*/ 285417 h 570095"/>
                  <a:gd name="connsiteX3" fmla="*/ 272993 w 469759"/>
                  <a:gd name="connsiteY3" fmla="*/ 370 h 570095"/>
                  <a:gd name="connsiteX4" fmla="*/ 457929 w 469759"/>
                  <a:gd name="connsiteY4" fmla="*/ 80083 h 570095"/>
                  <a:gd name="connsiteX5" fmla="*/ 377874 w 469759"/>
                  <a:gd name="connsiteY5" fmla="*/ 168597 h 570095"/>
                  <a:gd name="connsiteX6" fmla="*/ 275050 w 469759"/>
                  <a:gd name="connsiteY6" fmla="*/ 125990 h 570095"/>
                  <a:gd name="connsiteX7" fmla="*/ 127424 w 469759"/>
                  <a:gd name="connsiteY7" fmla="*/ 285417 h 570095"/>
                  <a:gd name="connsiteX8" fmla="*/ 272993 w 469759"/>
                  <a:gd name="connsiteY8" fmla="*/ 442718 h 570095"/>
                  <a:gd name="connsiteX9" fmla="*/ 385218 w 469759"/>
                  <a:gd name="connsiteY9" fmla="*/ 397985 h 570095"/>
                  <a:gd name="connsiteX10" fmla="*/ 470415 w 469759"/>
                  <a:gd name="connsiteY10" fmla="*/ 485325 h 570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9759" h="570095">
                    <a:moveTo>
                      <a:pt x="470415" y="485325"/>
                    </a:moveTo>
                    <a:cubicBezTo>
                      <a:pt x="411144" y="546485"/>
                      <a:pt x="348789" y="570465"/>
                      <a:pt x="272993" y="570465"/>
                    </a:cubicBezTo>
                    <a:cubicBezTo>
                      <a:pt x="124339" y="570465"/>
                      <a:pt x="656" y="476598"/>
                      <a:pt x="656" y="285417"/>
                    </a:cubicBezTo>
                    <a:cubicBezTo>
                      <a:pt x="656" y="94310"/>
                      <a:pt x="124339" y="370"/>
                      <a:pt x="272993" y="370"/>
                    </a:cubicBezTo>
                    <a:cubicBezTo>
                      <a:pt x="345704" y="370"/>
                      <a:pt x="401743" y="22223"/>
                      <a:pt x="457929" y="80083"/>
                    </a:cubicBezTo>
                    <a:lnTo>
                      <a:pt x="377874" y="168597"/>
                    </a:lnTo>
                    <a:cubicBezTo>
                      <a:pt x="347761" y="140144"/>
                      <a:pt x="310303" y="125990"/>
                      <a:pt x="275050" y="125990"/>
                    </a:cubicBezTo>
                    <a:cubicBezTo>
                      <a:pt x="189779" y="125990"/>
                      <a:pt x="127424" y="191477"/>
                      <a:pt x="127424" y="285417"/>
                    </a:cubicBezTo>
                    <a:cubicBezTo>
                      <a:pt x="127424" y="388085"/>
                      <a:pt x="193892" y="442718"/>
                      <a:pt x="272993" y="442718"/>
                    </a:cubicBezTo>
                    <a:cubicBezTo>
                      <a:pt x="313462" y="442718"/>
                      <a:pt x="354004" y="430691"/>
                      <a:pt x="385218" y="397985"/>
                    </a:cubicBezTo>
                    <a:lnTo>
                      <a:pt x="470415" y="485325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7" name="任意形状 16">
                <a:extLst>
                  <a:ext uri="{FF2B5EF4-FFF2-40B4-BE49-F238E27FC236}">
                    <a16:creationId xmlns:a16="http://schemas.microsoft.com/office/drawing/2014/main" id="{0530D702-1C9F-DB40-B539-4C0CE7B8C6DB}"/>
                  </a:ext>
                </a:extLst>
              </p:cNvPr>
              <p:cNvSpPr/>
              <p:nvPr/>
            </p:nvSpPr>
            <p:spPr>
              <a:xfrm>
                <a:off x="11099469" y="6013833"/>
                <a:ext cx="496787" cy="764649"/>
              </a:xfrm>
              <a:custGeom>
                <a:avLst/>
                <a:gdLst>
                  <a:gd name="connsiteX0" fmla="*/ 127502 w 496787"/>
                  <a:gd name="connsiteY0" fmla="*/ 361 h 764649"/>
                  <a:gd name="connsiteX1" fmla="*/ 127502 w 496787"/>
                  <a:gd name="connsiteY1" fmla="*/ 299635 h 764649"/>
                  <a:gd name="connsiteX2" fmla="*/ 287614 w 496787"/>
                  <a:gd name="connsiteY2" fmla="*/ 218821 h 764649"/>
                  <a:gd name="connsiteX3" fmla="*/ 497522 w 496787"/>
                  <a:gd name="connsiteY3" fmla="*/ 480989 h 764649"/>
                  <a:gd name="connsiteX4" fmla="*/ 497522 w 496787"/>
                  <a:gd name="connsiteY4" fmla="*/ 765010 h 764649"/>
                  <a:gd name="connsiteX5" fmla="*/ 370755 w 496787"/>
                  <a:gd name="connsiteY5" fmla="*/ 765010 h 764649"/>
                  <a:gd name="connsiteX6" fmla="*/ 370755 w 496787"/>
                  <a:gd name="connsiteY6" fmla="*/ 482016 h 764649"/>
                  <a:gd name="connsiteX7" fmla="*/ 254343 w 496787"/>
                  <a:gd name="connsiteY7" fmla="*/ 342242 h 764649"/>
                  <a:gd name="connsiteX8" fmla="*/ 127502 w 496787"/>
                  <a:gd name="connsiteY8" fmla="*/ 489716 h 764649"/>
                  <a:gd name="connsiteX9" fmla="*/ 127502 w 496787"/>
                  <a:gd name="connsiteY9" fmla="*/ 765010 h 764649"/>
                  <a:gd name="connsiteX10" fmla="*/ 735 w 496787"/>
                  <a:gd name="connsiteY10" fmla="*/ 765010 h 764649"/>
                  <a:gd name="connsiteX11" fmla="*/ 735 w 496787"/>
                  <a:gd name="connsiteY11" fmla="*/ 361 h 764649"/>
                  <a:gd name="connsiteX12" fmla="*/ 127502 w 496787"/>
                  <a:gd name="connsiteY12" fmla="*/ 361 h 764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6787" h="764649">
                    <a:moveTo>
                      <a:pt x="127502" y="361"/>
                    </a:moveTo>
                    <a:lnTo>
                      <a:pt x="127502" y="299635"/>
                    </a:lnTo>
                    <a:cubicBezTo>
                      <a:pt x="173259" y="237375"/>
                      <a:pt x="229372" y="218821"/>
                      <a:pt x="287614" y="218821"/>
                    </a:cubicBezTo>
                    <a:cubicBezTo>
                      <a:pt x="433037" y="218821"/>
                      <a:pt x="497522" y="322589"/>
                      <a:pt x="497522" y="480989"/>
                    </a:cubicBezTo>
                    <a:lnTo>
                      <a:pt x="497522" y="765010"/>
                    </a:lnTo>
                    <a:lnTo>
                      <a:pt x="370755" y="765010"/>
                    </a:lnTo>
                    <a:lnTo>
                      <a:pt x="370755" y="482016"/>
                    </a:lnTo>
                    <a:cubicBezTo>
                      <a:pt x="370755" y="383822"/>
                      <a:pt x="321840" y="342242"/>
                      <a:pt x="254343" y="342242"/>
                    </a:cubicBezTo>
                    <a:cubicBezTo>
                      <a:pt x="179502" y="342242"/>
                      <a:pt x="127502" y="408829"/>
                      <a:pt x="127502" y="489716"/>
                    </a:cubicBezTo>
                    <a:lnTo>
                      <a:pt x="127502" y="765010"/>
                    </a:lnTo>
                    <a:lnTo>
                      <a:pt x="735" y="765010"/>
                    </a:lnTo>
                    <a:lnTo>
                      <a:pt x="735" y="361"/>
                    </a:lnTo>
                    <a:lnTo>
                      <a:pt x="127502" y="361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8" name="任意形状 17">
                <a:extLst>
                  <a:ext uri="{FF2B5EF4-FFF2-40B4-BE49-F238E27FC236}">
                    <a16:creationId xmlns:a16="http://schemas.microsoft.com/office/drawing/2014/main" id="{A04EFE9C-9C1C-A041-812E-7D6ECA910E6B}"/>
                  </a:ext>
                </a:extLst>
              </p:cNvPr>
              <p:cNvSpPr/>
              <p:nvPr/>
            </p:nvSpPr>
            <p:spPr>
              <a:xfrm>
                <a:off x="11717294" y="6223535"/>
                <a:ext cx="501557" cy="569142"/>
              </a:xfrm>
              <a:custGeom>
                <a:avLst/>
                <a:gdLst>
                  <a:gd name="connsiteX0" fmla="*/ 385834 w 501557"/>
                  <a:gd name="connsiteY0" fmla="*/ 223234 h 569142"/>
                  <a:gd name="connsiteX1" fmla="*/ 260755 w 501557"/>
                  <a:gd name="connsiteY1" fmla="*/ 118367 h 569142"/>
                  <a:gd name="connsiteX2" fmla="*/ 125909 w 501557"/>
                  <a:gd name="connsiteY2" fmla="*/ 223234 h 569142"/>
                  <a:gd name="connsiteX3" fmla="*/ 385834 w 501557"/>
                  <a:gd name="connsiteY3" fmla="*/ 223234 h 569142"/>
                  <a:gd name="connsiteX4" fmla="*/ 123999 w 501557"/>
                  <a:gd name="connsiteY4" fmla="*/ 333528 h 569142"/>
                  <a:gd name="connsiteX5" fmla="*/ 267586 w 501557"/>
                  <a:gd name="connsiteY5" fmla="*/ 448221 h 569142"/>
                  <a:gd name="connsiteX6" fmla="*/ 369822 w 501557"/>
                  <a:gd name="connsiteY6" fmla="*/ 390728 h 569142"/>
                  <a:gd name="connsiteX7" fmla="*/ 489686 w 501557"/>
                  <a:gd name="connsiteY7" fmla="*/ 427981 h 569142"/>
                  <a:gd name="connsiteX8" fmla="*/ 265603 w 501557"/>
                  <a:gd name="connsiteY8" fmla="*/ 569515 h 569142"/>
                  <a:gd name="connsiteX9" fmla="*/ 831 w 501557"/>
                  <a:gd name="connsiteY9" fmla="*/ 282267 h 569142"/>
                  <a:gd name="connsiteX10" fmla="*/ 256863 w 501557"/>
                  <a:gd name="connsiteY10" fmla="*/ 373 h 569142"/>
                  <a:gd name="connsiteX11" fmla="*/ 500189 w 501557"/>
                  <a:gd name="connsiteY11" fmla="*/ 333528 h 569142"/>
                  <a:gd name="connsiteX12" fmla="*/ 123999 w 501557"/>
                  <a:gd name="connsiteY12" fmla="*/ 333528 h 569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557" h="569142">
                    <a:moveTo>
                      <a:pt x="385834" y="223234"/>
                    </a:moveTo>
                    <a:cubicBezTo>
                      <a:pt x="378048" y="153347"/>
                      <a:pt x="329207" y="118367"/>
                      <a:pt x="260755" y="118367"/>
                    </a:cubicBezTo>
                    <a:cubicBezTo>
                      <a:pt x="196270" y="118367"/>
                      <a:pt x="143463" y="153347"/>
                      <a:pt x="125909" y="223234"/>
                    </a:cubicBezTo>
                    <a:lnTo>
                      <a:pt x="385834" y="223234"/>
                    </a:lnTo>
                    <a:close/>
                    <a:moveTo>
                      <a:pt x="123999" y="333528"/>
                    </a:moveTo>
                    <a:cubicBezTo>
                      <a:pt x="131785" y="400188"/>
                      <a:pt x="183564" y="448221"/>
                      <a:pt x="267586" y="448221"/>
                    </a:cubicBezTo>
                    <a:cubicBezTo>
                      <a:pt x="311580" y="448221"/>
                      <a:pt x="342501" y="422408"/>
                      <a:pt x="369822" y="390728"/>
                    </a:cubicBezTo>
                    <a:lnTo>
                      <a:pt x="489686" y="427981"/>
                    </a:lnTo>
                    <a:cubicBezTo>
                      <a:pt x="441505" y="531528"/>
                      <a:pt x="338902" y="569515"/>
                      <a:pt x="265603" y="569515"/>
                    </a:cubicBezTo>
                    <a:cubicBezTo>
                      <a:pt x="99542" y="569515"/>
                      <a:pt x="831" y="454748"/>
                      <a:pt x="831" y="282267"/>
                    </a:cubicBezTo>
                    <a:cubicBezTo>
                      <a:pt x="831" y="118367"/>
                      <a:pt x="100497" y="373"/>
                      <a:pt x="256863" y="373"/>
                    </a:cubicBezTo>
                    <a:cubicBezTo>
                      <a:pt x="418076" y="373"/>
                      <a:pt x="518770" y="111767"/>
                      <a:pt x="500189" y="333528"/>
                    </a:cubicBezTo>
                    <a:lnTo>
                      <a:pt x="123999" y="333528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9" name="任意形状 18">
                <a:extLst>
                  <a:ext uri="{FF2B5EF4-FFF2-40B4-BE49-F238E27FC236}">
                    <a16:creationId xmlns:a16="http://schemas.microsoft.com/office/drawing/2014/main" id="{752B995E-18E1-0748-BB95-6F6D938317E8}"/>
                  </a:ext>
                </a:extLst>
              </p:cNvPr>
              <p:cNvSpPr/>
              <p:nvPr/>
            </p:nvSpPr>
            <p:spPr>
              <a:xfrm>
                <a:off x="12339526" y="6230082"/>
                <a:ext cx="802321" cy="548388"/>
              </a:xfrm>
              <a:custGeom>
                <a:avLst/>
                <a:gdLst>
                  <a:gd name="connsiteX0" fmla="*/ 341879 w 802321"/>
                  <a:gd name="connsiteY0" fmla="*/ 548757 h 548388"/>
                  <a:gd name="connsiteX1" fmla="*/ 341879 w 802321"/>
                  <a:gd name="connsiteY1" fmla="*/ 260336 h 548388"/>
                  <a:gd name="connsiteX2" fmla="*/ 236851 w 802321"/>
                  <a:gd name="connsiteY2" fmla="*/ 124962 h 548388"/>
                  <a:gd name="connsiteX3" fmla="*/ 127784 w 802321"/>
                  <a:gd name="connsiteY3" fmla="*/ 260336 h 548388"/>
                  <a:gd name="connsiteX4" fmla="*/ 127784 w 802321"/>
                  <a:gd name="connsiteY4" fmla="*/ 548757 h 548388"/>
                  <a:gd name="connsiteX5" fmla="*/ 943 w 802321"/>
                  <a:gd name="connsiteY5" fmla="*/ 548757 h 548388"/>
                  <a:gd name="connsiteX6" fmla="*/ 943 w 802321"/>
                  <a:gd name="connsiteY6" fmla="*/ 9168 h 548388"/>
                  <a:gd name="connsiteX7" fmla="*/ 118383 w 802321"/>
                  <a:gd name="connsiteY7" fmla="*/ 9168 h 548388"/>
                  <a:gd name="connsiteX8" fmla="*/ 127784 w 802321"/>
                  <a:gd name="connsiteY8" fmla="*/ 74655 h 548388"/>
                  <a:gd name="connsiteX9" fmla="*/ 262851 w 802321"/>
                  <a:gd name="connsiteY9" fmla="*/ 368 h 548388"/>
                  <a:gd name="connsiteX10" fmla="*/ 414590 w 802321"/>
                  <a:gd name="connsiteY10" fmla="*/ 100908 h 548388"/>
                  <a:gd name="connsiteX11" fmla="*/ 586086 w 802321"/>
                  <a:gd name="connsiteY11" fmla="*/ 2568 h 548388"/>
                  <a:gd name="connsiteX12" fmla="*/ 803265 w 802321"/>
                  <a:gd name="connsiteY12" fmla="*/ 258209 h 548388"/>
                  <a:gd name="connsiteX13" fmla="*/ 803265 w 802321"/>
                  <a:gd name="connsiteY13" fmla="*/ 548757 h 548388"/>
                  <a:gd name="connsiteX14" fmla="*/ 676498 w 802321"/>
                  <a:gd name="connsiteY14" fmla="*/ 548757 h 548388"/>
                  <a:gd name="connsiteX15" fmla="*/ 676498 w 802321"/>
                  <a:gd name="connsiteY15" fmla="*/ 258209 h 548388"/>
                  <a:gd name="connsiteX16" fmla="*/ 579843 w 802321"/>
                  <a:gd name="connsiteY16" fmla="*/ 127088 h 548388"/>
                  <a:gd name="connsiteX17" fmla="*/ 468646 w 802321"/>
                  <a:gd name="connsiteY17" fmla="*/ 260336 h 548388"/>
                  <a:gd name="connsiteX18" fmla="*/ 468646 w 802321"/>
                  <a:gd name="connsiteY18" fmla="*/ 548757 h 548388"/>
                  <a:gd name="connsiteX19" fmla="*/ 341879 w 802321"/>
                  <a:gd name="connsiteY19" fmla="*/ 548757 h 548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02321" h="548388">
                    <a:moveTo>
                      <a:pt x="341879" y="548757"/>
                    </a:moveTo>
                    <a:lnTo>
                      <a:pt x="341879" y="260336"/>
                    </a:lnTo>
                    <a:cubicBezTo>
                      <a:pt x="341879" y="189422"/>
                      <a:pt x="306551" y="124962"/>
                      <a:pt x="236851" y="124962"/>
                    </a:cubicBezTo>
                    <a:cubicBezTo>
                      <a:pt x="168326" y="124962"/>
                      <a:pt x="127784" y="189422"/>
                      <a:pt x="127784" y="260336"/>
                    </a:cubicBezTo>
                    <a:lnTo>
                      <a:pt x="127784" y="548757"/>
                    </a:lnTo>
                    <a:lnTo>
                      <a:pt x="943" y="548757"/>
                    </a:lnTo>
                    <a:lnTo>
                      <a:pt x="943" y="9168"/>
                    </a:lnTo>
                    <a:lnTo>
                      <a:pt x="118383" y="9168"/>
                    </a:lnTo>
                    <a:lnTo>
                      <a:pt x="127784" y="74655"/>
                    </a:lnTo>
                    <a:cubicBezTo>
                      <a:pt x="154739" y="20095"/>
                      <a:pt x="214010" y="368"/>
                      <a:pt x="262851" y="368"/>
                    </a:cubicBezTo>
                    <a:cubicBezTo>
                      <a:pt x="324178" y="368"/>
                      <a:pt x="385505" y="26621"/>
                      <a:pt x="414590" y="100908"/>
                    </a:cubicBezTo>
                    <a:cubicBezTo>
                      <a:pt x="460273" y="24495"/>
                      <a:pt x="519544" y="2568"/>
                      <a:pt x="586086" y="2568"/>
                    </a:cubicBezTo>
                    <a:cubicBezTo>
                      <a:pt x="731582" y="2568"/>
                      <a:pt x="803265" y="96508"/>
                      <a:pt x="803265" y="258209"/>
                    </a:cubicBezTo>
                    <a:lnTo>
                      <a:pt x="803265" y="548757"/>
                    </a:lnTo>
                    <a:lnTo>
                      <a:pt x="676498" y="548757"/>
                    </a:lnTo>
                    <a:lnTo>
                      <a:pt x="676498" y="258209"/>
                    </a:lnTo>
                    <a:cubicBezTo>
                      <a:pt x="676498" y="187149"/>
                      <a:pt x="648441" y="127088"/>
                      <a:pt x="579843" y="127088"/>
                    </a:cubicBezTo>
                    <a:cubicBezTo>
                      <a:pt x="511318" y="127088"/>
                      <a:pt x="468646" y="189422"/>
                      <a:pt x="468646" y="260336"/>
                    </a:cubicBezTo>
                    <a:lnTo>
                      <a:pt x="468646" y="548757"/>
                    </a:lnTo>
                    <a:lnTo>
                      <a:pt x="341879" y="548757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20" name="任意形状 19">
                <a:extLst>
                  <a:ext uri="{FF2B5EF4-FFF2-40B4-BE49-F238E27FC236}">
                    <a16:creationId xmlns:a16="http://schemas.microsoft.com/office/drawing/2014/main" id="{6A143613-F883-3F41-92B5-9E1B6D65293D}"/>
                  </a:ext>
                </a:extLst>
              </p:cNvPr>
              <p:cNvSpPr/>
              <p:nvPr/>
            </p:nvSpPr>
            <p:spPr>
              <a:xfrm>
                <a:off x="8982691" y="6239932"/>
                <a:ext cx="561198" cy="763549"/>
              </a:xfrm>
              <a:custGeom>
                <a:avLst/>
                <a:gdLst>
                  <a:gd name="connsiteX0" fmla="*/ 421345 w 561198"/>
                  <a:gd name="connsiteY0" fmla="*/ 394 h 763549"/>
                  <a:gd name="connsiteX1" fmla="*/ 327849 w 561198"/>
                  <a:gd name="connsiteY1" fmla="*/ 236382 h 763549"/>
                  <a:gd name="connsiteX2" fmla="*/ 274821 w 561198"/>
                  <a:gd name="connsiteY2" fmla="*/ 384882 h 763549"/>
                  <a:gd name="connsiteX3" fmla="*/ 225980 w 561198"/>
                  <a:gd name="connsiteY3" fmla="*/ 233082 h 763549"/>
                  <a:gd name="connsiteX4" fmla="*/ 147980 w 561198"/>
                  <a:gd name="connsiteY4" fmla="*/ 394 h 763549"/>
                  <a:gd name="connsiteX5" fmla="*/ 428 w 561198"/>
                  <a:gd name="connsiteY5" fmla="*/ 394 h 763549"/>
                  <a:gd name="connsiteX6" fmla="*/ 205194 w 561198"/>
                  <a:gd name="connsiteY6" fmla="*/ 530230 h 763549"/>
                  <a:gd name="connsiteX7" fmla="*/ 183161 w 561198"/>
                  <a:gd name="connsiteY7" fmla="*/ 583983 h 763549"/>
                  <a:gd name="connsiteX8" fmla="*/ 78794 w 561198"/>
                  <a:gd name="connsiteY8" fmla="*/ 654017 h 763549"/>
                  <a:gd name="connsiteX9" fmla="*/ 22315 w 561198"/>
                  <a:gd name="connsiteY9" fmla="*/ 654017 h 763549"/>
                  <a:gd name="connsiteX10" fmla="*/ 50004 w 561198"/>
                  <a:gd name="connsiteY10" fmla="*/ 763944 h 763549"/>
                  <a:gd name="connsiteX11" fmla="*/ 92382 w 561198"/>
                  <a:gd name="connsiteY11" fmla="*/ 763944 h 763549"/>
                  <a:gd name="connsiteX12" fmla="*/ 308019 w 561198"/>
                  <a:gd name="connsiteY12" fmla="*/ 619403 h 763549"/>
                  <a:gd name="connsiteX13" fmla="*/ 561627 w 561198"/>
                  <a:gd name="connsiteY13" fmla="*/ 394 h 763549"/>
                  <a:gd name="connsiteX14" fmla="*/ 421345 w 561198"/>
                  <a:gd name="connsiteY14" fmla="*/ 394 h 763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61198" h="763549">
                    <a:moveTo>
                      <a:pt x="421345" y="394"/>
                    </a:moveTo>
                    <a:lnTo>
                      <a:pt x="327849" y="236382"/>
                    </a:lnTo>
                    <a:lnTo>
                      <a:pt x="274821" y="384882"/>
                    </a:lnTo>
                    <a:lnTo>
                      <a:pt x="225980" y="233082"/>
                    </a:lnTo>
                    <a:lnTo>
                      <a:pt x="147980" y="394"/>
                    </a:lnTo>
                    <a:lnTo>
                      <a:pt x="428" y="394"/>
                    </a:lnTo>
                    <a:lnTo>
                      <a:pt x="205194" y="530230"/>
                    </a:lnTo>
                    <a:lnTo>
                      <a:pt x="183161" y="583983"/>
                    </a:lnTo>
                    <a:cubicBezTo>
                      <a:pt x="165828" y="626297"/>
                      <a:pt x="124551" y="654017"/>
                      <a:pt x="78794" y="654017"/>
                    </a:cubicBezTo>
                    <a:lnTo>
                      <a:pt x="22315" y="654017"/>
                    </a:lnTo>
                    <a:lnTo>
                      <a:pt x="50004" y="763944"/>
                    </a:lnTo>
                    <a:lnTo>
                      <a:pt x="92382" y="763944"/>
                    </a:lnTo>
                    <a:cubicBezTo>
                      <a:pt x="187053" y="763944"/>
                      <a:pt x="272250" y="706817"/>
                      <a:pt x="308019" y="619403"/>
                    </a:cubicBezTo>
                    <a:lnTo>
                      <a:pt x="561627" y="394"/>
                    </a:lnTo>
                    <a:lnTo>
                      <a:pt x="421345" y="394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21" name="任意形状 20">
                <a:extLst>
                  <a:ext uri="{FF2B5EF4-FFF2-40B4-BE49-F238E27FC236}">
                    <a16:creationId xmlns:a16="http://schemas.microsoft.com/office/drawing/2014/main" id="{0305185D-5047-AA43-AC6F-5D080766DB8B}"/>
                  </a:ext>
                </a:extLst>
              </p:cNvPr>
              <p:cNvSpPr/>
              <p:nvPr/>
            </p:nvSpPr>
            <p:spPr>
              <a:xfrm>
                <a:off x="14175742" y="6177024"/>
                <a:ext cx="536374" cy="619962"/>
              </a:xfrm>
              <a:custGeom>
                <a:avLst/>
                <a:gdLst>
                  <a:gd name="connsiteX0" fmla="*/ 217495 w 536374"/>
                  <a:gd name="connsiteY0" fmla="*/ 526755 h 619962"/>
                  <a:gd name="connsiteX1" fmla="*/ 258111 w 536374"/>
                  <a:gd name="connsiteY1" fmla="*/ 372241 h 619962"/>
                  <a:gd name="connsiteX2" fmla="*/ 372319 w 536374"/>
                  <a:gd name="connsiteY2" fmla="*/ 340194 h 619962"/>
                  <a:gd name="connsiteX3" fmla="*/ 372319 w 536374"/>
                  <a:gd name="connsiteY3" fmla="*/ 450121 h 619962"/>
                  <a:gd name="connsiteX4" fmla="*/ 217495 w 536374"/>
                  <a:gd name="connsiteY4" fmla="*/ 526755 h 619962"/>
                  <a:gd name="connsiteX5" fmla="*/ 537572 w 536374"/>
                  <a:gd name="connsiteY5" fmla="*/ 612335 h 619962"/>
                  <a:gd name="connsiteX6" fmla="*/ 508487 w 536374"/>
                  <a:gd name="connsiteY6" fmla="*/ 491481 h 619962"/>
                  <a:gd name="connsiteX7" fmla="*/ 508487 w 536374"/>
                  <a:gd name="connsiteY7" fmla="*/ 216260 h 619962"/>
                  <a:gd name="connsiteX8" fmla="*/ 508340 w 536374"/>
                  <a:gd name="connsiteY8" fmla="*/ 216260 h 619962"/>
                  <a:gd name="connsiteX9" fmla="*/ 264647 w 536374"/>
                  <a:gd name="connsiteY9" fmla="*/ 366 h 619962"/>
                  <a:gd name="connsiteX10" fmla="*/ 8542 w 536374"/>
                  <a:gd name="connsiteY10" fmla="*/ 159280 h 619962"/>
                  <a:gd name="connsiteX11" fmla="*/ 130462 w 536374"/>
                  <a:gd name="connsiteY11" fmla="*/ 197927 h 619962"/>
                  <a:gd name="connsiteX12" fmla="*/ 262297 w 536374"/>
                  <a:gd name="connsiteY12" fmla="*/ 121513 h 619962"/>
                  <a:gd name="connsiteX13" fmla="*/ 372319 w 536374"/>
                  <a:gd name="connsiteY13" fmla="*/ 216260 h 619962"/>
                  <a:gd name="connsiteX14" fmla="*/ 372319 w 536374"/>
                  <a:gd name="connsiteY14" fmla="*/ 230560 h 619962"/>
                  <a:gd name="connsiteX15" fmla="*/ 327664 w 536374"/>
                  <a:gd name="connsiteY15" fmla="*/ 252414 h 619962"/>
                  <a:gd name="connsiteX16" fmla="*/ 1198 w 536374"/>
                  <a:gd name="connsiteY16" fmla="*/ 445648 h 619962"/>
                  <a:gd name="connsiteX17" fmla="*/ 223151 w 536374"/>
                  <a:gd name="connsiteY17" fmla="*/ 620329 h 619962"/>
                  <a:gd name="connsiteX18" fmla="*/ 374669 w 536374"/>
                  <a:gd name="connsiteY18" fmla="*/ 551542 h 619962"/>
                  <a:gd name="connsiteX19" fmla="*/ 395161 w 536374"/>
                  <a:gd name="connsiteY19" fmla="*/ 612335 h 619962"/>
                  <a:gd name="connsiteX20" fmla="*/ 537572 w 536374"/>
                  <a:gd name="connsiteY20" fmla="*/ 612335 h 61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36374" h="619962">
                    <a:moveTo>
                      <a:pt x="217495" y="526755"/>
                    </a:moveTo>
                    <a:cubicBezTo>
                      <a:pt x="152055" y="527341"/>
                      <a:pt x="75965" y="400181"/>
                      <a:pt x="258111" y="372241"/>
                    </a:cubicBezTo>
                    <a:cubicBezTo>
                      <a:pt x="293659" y="366741"/>
                      <a:pt x="333613" y="353981"/>
                      <a:pt x="372319" y="340194"/>
                    </a:cubicBezTo>
                    <a:lnTo>
                      <a:pt x="372319" y="450121"/>
                    </a:lnTo>
                    <a:cubicBezTo>
                      <a:pt x="332291" y="500795"/>
                      <a:pt x="263179" y="526315"/>
                      <a:pt x="217495" y="526755"/>
                    </a:cubicBezTo>
                    <a:moveTo>
                      <a:pt x="537572" y="612335"/>
                    </a:moveTo>
                    <a:cubicBezTo>
                      <a:pt x="518476" y="574862"/>
                      <a:pt x="508487" y="533502"/>
                      <a:pt x="508487" y="491481"/>
                    </a:cubicBezTo>
                    <a:lnTo>
                      <a:pt x="508487" y="216260"/>
                    </a:lnTo>
                    <a:lnTo>
                      <a:pt x="508340" y="216260"/>
                    </a:lnTo>
                    <a:cubicBezTo>
                      <a:pt x="508340" y="79493"/>
                      <a:pt x="367251" y="366"/>
                      <a:pt x="264647" y="366"/>
                    </a:cubicBezTo>
                    <a:cubicBezTo>
                      <a:pt x="176733" y="366"/>
                      <a:pt x="49231" y="27719"/>
                      <a:pt x="8542" y="159280"/>
                    </a:cubicBezTo>
                    <a:lnTo>
                      <a:pt x="130462" y="197927"/>
                    </a:lnTo>
                    <a:cubicBezTo>
                      <a:pt x="149558" y="132587"/>
                      <a:pt x="208755" y="121513"/>
                      <a:pt x="262297" y="121513"/>
                    </a:cubicBezTo>
                    <a:cubicBezTo>
                      <a:pt x="328545" y="121513"/>
                      <a:pt x="372319" y="179080"/>
                      <a:pt x="372319" y="216260"/>
                    </a:cubicBezTo>
                    <a:lnTo>
                      <a:pt x="372319" y="230560"/>
                    </a:lnTo>
                    <a:cubicBezTo>
                      <a:pt x="363505" y="237674"/>
                      <a:pt x="349771" y="246107"/>
                      <a:pt x="327664" y="252414"/>
                    </a:cubicBezTo>
                    <a:cubicBezTo>
                      <a:pt x="227190" y="281307"/>
                      <a:pt x="1198" y="278594"/>
                      <a:pt x="1198" y="445648"/>
                    </a:cubicBezTo>
                    <a:cubicBezTo>
                      <a:pt x="1198" y="545088"/>
                      <a:pt x="64581" y="620329"/>
                      <a:pt x="223151" y="620329"/>
                    </a:cubicBezTo>
                    <a:cubicBezTo>
                      <a:pt x="281981" y="620329"/>
                      <a:pt x="333172" y="599282"/>
                      <a:pt x="374669" y="551542"/>
                    </a:cubicBezTo>
                    <a:lnTo>
                      <a:pt x="395161" y="612335"/>
                    </a:lnTo>
                    <a:lnTo>
                      <a:pt x="537572" y="612335"/>
                    </a:lnTo>
                    <a:close/>
                  </a:path>
                </a:pathLst>
              </a:custGeom>
              <a:grpFill/>
              <a:ln w="7342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</p:grpSp>
        <p:grpSp>
          <p:nvGrpSpPr>
            <p:cNvPr id="42" name="图形 2">
              <a:extLst>
                <a:ext uri="{FF2B5EF4-FFF2-40B4-BE49-F238E27FC236}">
                  <a16:creationId xmlns:a16="http://schemas.microsoft.com/office/drawing/2014/main" id="{C48101EC-D9A9-EF4D-A016-3B2D18F6F70E}"/>
                </a:ext>
              </a:extLst>
            </p:cNvPr>
            <p:cNvGrpSpPr/>
            <p:nvPr/>
          </p:nvGrpSpPr>
          <p:grpSpPr>
            <a:xfrm>
              <a:off x="1443111" y="1494575"/>
              <a:ext cx="6513360" cy="1607009"/>
              <a:chOff x="154" y="3849680"/>
              <a:chExt cx="24382305" cy="6015724"/>
            </a:xfrm>
          </p:grpSpPr>
          <p:sp>
            <p:nvSpPr>
              <p:cNvPr id="43" name="任意形状 42">
                <a:extLst>
                  <a:ext uri="{FF2B5EF4-FFF2-40B4-BE49-F238E27FC236}">
                    <a16:creationId xmlns:a16="http://schemas.microsoft.com/office/drawing/2014/main" id="{80A7D43A-9A6E-D54D-AB73-5AE7DD0732DE}"/>
                  </a:ext>
                </a:extLst>
              </p:cNvPr>
              <p:cNvSpPr/>
              <p:nvPr/>
            </p:nvSpPr>
            <p:spPr>
              <a:xfrm>
                <a:off x="154" y="3849680"/>
                <a:ext cx="24382305" cy="6015724"/>
              </a:xfrm>
              <a:custGeom>
                <a:avLst/>
                <a:gdLst>
                  <a:gd name="connsiteX0" fmla="*/ -14455 w 24382305"/>
                  <a:gd name="connsiteY0" fmla="*/ -146 h 6015724"/>
                  <a:gd name="connsiteX1" fmla="*/ 24367846 w 24382305"/>
                  <a:gd name="connsiteY1" fmla="*/ -146 h 6015724"/>
                  <a:gd name="connsiteX2" fmla="*/ 24367846 w 24382305"/>
                  <a:gd name="connsiteY2" fmla="*/ 6015579 h 6015724"/>
                  <a:gd name="connsiteX3" fmla="*/ -14462 w 24382305"/>
                  <a:gd name="connsiteY3" fmla="*/ 6015579 h 6015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82305" h="6015724">
                    <a:moveTo>
                      <a:pt x="-14455" y="-146"/>
                    </a:moveTo>
                    <a:lnTo>
                      <a:pt x="24367846" y="-146"/>
                    </a:lnTo>
                    <a:lnTo>
                      <a:pt x="24367846" y="6015579"/>
                    </a:lnTo>
                    <a:lnTo>
                      <a:pt x="-14462" y="6015579"/>
                    </a:lnTo>
                    <a:close/>
                  </a:path>
                </a:pathLst>
              </a:custGeom>
              <a:noFill/>
              <a:ln w="658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 defTabSz="2438400">
                  <a:lnSpc>
                    <a:spcPct val="90000"/>
                  </a:lnSpc>
                  <a:defRPr/>
                </a:pPr>
                <a:endParaRPr lang="zh-CN" altLang="en-US" sz="2400" kern="0">
                  <a:solidFill>
                    <a:srgbClr val="000000"/>
                  </a:solidFill>
                  <a:latin typeface="Canela Text Regular"/>
                  <a:sym typeface="Canela Text Regular"/>
                </a:endParaRPr>
              </a:p>
            </p:txBody>
          </p:sp>
          <p:grpSp>
            <p:nvGrpSpPr>
              <p:cNvPr id="44" name="图形 2">
                <a:extLst>
                  <a:ext uri="{FF2B5EF4-FFF2-40B4-BE49-F238E27FC236}">
                    <a16:creationId xmlns:a16="http://schemas.microsoft.com/office/drawing/2014/main" id="{1BE14899-26D9-E04D-86DD-B1B6550984D7}"/>
                  </a:ext>
                </a:extLst>
              </p:cNvPr>
              <p:cNvGrpSpPr/>
              <p:nvPr/>
            </p:nvGrpSpPr>
            <p:grpSpPr>
              <a:xfrm>
                <a:off x="1379470" y="4700209"/>
                <a:ext cx="21623556" cy="4314688"/>
                <a:chOff x="1379470" y="4700209"/>
                <a:chExt cx="21623556" cy="4314688"/>
              </a:xfrm>
            </p:grpSpPr>
            <p:sp>
              <p:nvSpPr>
                <p:cNvPr id="45" name="任意形状 44">
                  <a:extLst>
                    <a:ext uri="{FF2B5EF4-FFF2-40B4-BE49-F238E27FC236}">
                      <a16:creationId xmlns:a16="http://schemas.microsoft.com/office/drawing/2014/main" id="{FB4ADE34-4785-C74C-BE9C-C9A1D01A555A}"/>
                    </a:ext>
                  </a:extLst>
                </p:cNvPr>
                <p:cNvSpPr/>
                <p:nvPr/>
              </p:nvSpPr>
              <p:spPr>
                <a:xfrm>
                  <a:off x="1379470" y="4700209"/>
                  <a:ext cx="3567667" cy="4314688"/>
                </a:xfrm>
                <a:custGeom>
                  <a:avLst/>
                  <a:gdLst>
                    <a:gd name="connsiteX0" fmla="*/ 3520360 w 3567667"/>
                    <a:gd name="connsiteY0" fmla="*/ 3488286 h 4314688"/>
                    <a:gd name="connsiteX1" fmla="*/ 1796098 w 3567667"/>
                    <a:gd name="connsiteY1" fmla="*/ 4315039 h 4314688"/>
                    <a:gd name="connsiteX2" fmla="*/ 386 w 3567667"/>
                    <a:gd name="connsiteY2" fmla="*/ 2067143 h 4314688"/>
                    <a:gd name="connsiteX3" fmla="*/ 814556 w 3567667"/>
                    <a:gd name="connsiteY3" fmla="*/ 51788 h 4314688"/>
                    <a:gd name="connsiteX4" fmla="*/ 2538640 w 3567667"/>
                    <a:gd name="connsiteY4" fmla="*/ 350 h 4314688"/>
                    <a:gd name="connsiteX5" fmla="*/ 3568053 w 3567667"/>
                    <a:gd name="connsiteY5" fmla="*/ 1498471 h 4314688"/>
                    <a:gd name="connsiteX6" fmla="*/ 3304582 w 3567667"/>
                    <a:gd name="connsiteY6" fmla="*/ 1472931 h 4314688"/>
                    <a:gd name="connsiteX7" fmla="*/ 2514526 w 3567667"/>
                    <a:gd name="connsiteY7" fmla="*/ 413459 h 4314688"/>
                    <a:gd name="connsiteX8" fmla="*/ 1173591 w 3567667"/>
                    <a:gd name="connsiteY8" fmla="*/ 465075 h 4314688"/>
                    <a:gd name="connsiteX9" fmla="*/ 694699 w 3567667"/>
                    <a:gd name="connsiteY9" fmla="*/ 1963910 h 4314688"/>
                    <a:gd name="connsiteX10" fmla="*/ 1915955 w 3567667"/>
                    <a:gd name="connsiteY10" fmla="*/ 3488286 h 4314688"/>
                    <a:gd name="connsiteX11" fmla="*/ 3257068 w 3567667"/>
                    <a:gd name="connsiteY11" fmla="*/ 2971588 h 4314688"/>
                    <a:gd name="connsiteX12" fmla="*/ 3520360 w 3567667"/>
                    <a:gd name="connsiteY12" fmla="*/ 3488286 h 4314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567667" h="4314688">
                      <a:moveTo>
                        <a:pt x="3520360" y="3488286"/>
                      </a:moveTo>
                      <a:lnTo>
                        <a:pt x="1796098" y="4315039"/>
                      </a:lnTo>
                      <a:lnTo>
                        <a:pt x="386" y="2067143"/>
                      </a:lnTo>
                      <a:lnTo>
                        <a:pt x="814556" y="51788"/>
                      </a:lnTo>
                      <a:lnTo>
                        <a:pt x="2538640" y="350"/>
                      </a:lnTo>
                      <a:lnTo>
                        <a:pt x="3568053" y="1498471"/>
                      </a:lnTo>
                      <a:lnTo>
                        <a:pt x="3304582" y="1472931"/>
                      </a:lnTo>
                      <a:lnTo>
                        <a:pt x="2514526" y="413459"/>
                      </a:lnTo>
                      <a:lnTo>
                        <a:pt x="1173591" y="465075"/>
                      </a:lnTo>
                      <a:lnTo>
                        <a:pt x="694699" y="1963910"/>
                      </a:lnTo>
                      <a:lnTo>
                        <a:pt x="1915955" y="3488286"/>
                      </a:lnTo>
                      <a:lnTo>
                        <a:pt x="3257068" y="2971588"/>
                      </a:lnTo>
                      <a:lnTo>
                        <a:pt x="3520360" y="3488286"/>
                      </a:lnTo>
                      <a:close/>
                    </a:path>
                  </a:pathLst>
                </a:custGeom>
                <a:solidFill>
                  <a:srgbClr val="103565"/>
                </a:solidFill>
                <a:ln w="17862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46" name="任意形状 45">
                  <a:extLst>
                    <a:ext uri="{FF2B5EF4-FFF2-40B4-BE49-F238E27FC236}">
                      <a16:creationId xmlns:a16="http://schemas.microsoft.com/office/drawing/2014/main" id="{BD77BB3D-A55F-3E48-AD0C-CD1AE1637560}"/>
                    </a:ext>
                  </a:extLst>
                </p:cNvPr>
                <p:cNvSpPr/>
                <p:nvPr/>
              </p:nvSpPr>
              <p:spPr>
                <a:xfrm>
                  <a:off x="5235615" y="6017719"/>
                  <a:ext cx="2178861" cy="1653862"/>
                </a:xfrm>
                <a:custGeom>
                  <a:avLst/>
                  <a:gdLst>
                    <a:gd name="connsiteX0" fmla="*/ 719177 w 2178861"/>
                    <a:gd name="connsiteY0" fmla="*/ 982314 h 1653862"/>
                    <a:gd name="connsiteX1" fmla="*/ 1413491 w 2178861"/>
                    <a:gd name="connsiteY1" fmla="*/ 982314 h 1653862"/>
                    <a:gd name="connsiteX2" fmla="*/ 1054277 w 2178861"/>
                    <a:gd name="connsiteY2" fmla="*/ 310410 h 1653862"/>
                    <a:gd name="connsiteX3" fmla="*/ 719177 w 2178861"/>
                    <a:gd name="connsiteY3" fmla="*/ 982314 h 1653862"/>
                    <a:gd name="connsiteX4" fmla="*/ 749 w 2178861"/>
                    <a:gd name="connsiteY4" fmla="*/ 1654218 h 1653862"/>
                    <a:gd name="connsiteX5" fmla="*/ 910663 w 2178861"/>
                    <a:gd name="connsiteY5" fmla="*/ 355 h 1653862"/>
                    <a:gd name="connsiteX6" fmla="*/ 1245941 w 2178861"/>
                    <a:gd name="connsiteY6" fmla="*/ 355 h 1653862"/>
                    <a:gd name="connsiteX7" fmla="*/ 2179611 w 2178861"/>
                    <a:gd name="connsiteY7" fmla="*/ 1654218 h 1653862"/>
                    <a:gd name="connsiteX8" fmla="*/ 1748948 w 2178861"/>
                    <a:gd name="connsiteY8" fmla="*/ 1654218 h 1653862"/>
                    <a:gd name="connsiteX9" fmla="*/ 1556926 w 2178861"/>
                    <a:gd name="connsiteY9" fmla="*/ 1292368 h 1653862"/>
                    <a:gd name="connsiteX10" fmla="*/ 551270 w 2178861"/>
                    <a:gd name="connsiteY10" fmla="*/ 1292368 h 1653862"/>
                    <a:gd name="connsiteX11" fmla="*/ 359427 w 2178861"/>
                    <a:gd name="connsiteY11" fmla="*/ 1654218 h 1653862"/>
                    <a:gd name="connsiteX12" fmla="*/ 749 w 2178861"/>
                    <a:gd name="connsiteY12" fmla="*/ 1654218 h 16538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8861" h="1653862">
                      <a:moveTo>
                        <a:pt x="719177" y="982314"/>
                      </a:moveTo>
                      <a:lnTo>
                        <a:pt x="1413491" y="982314"/>
                      </a:lnTo>
                      <a:lnTo>
                        <a:pt x="1054277" y="310410"/>
                      </a:lnTo>
                      <a:lnTo>
                        <a:pt x="719177" y="982314"/>
                      </a:lnTo>
                      <a:close/>
                      <a:moveTo>
                        <a:pt x="749" y="1654218"/>
                      </a:moveTo>
                      <a:lnTo>
                        <a:pt x="910663" y="355"/>
                      </a:lnTo>
                      <a:lnTo>
                        <a:pt x="1245941" y="355"/>
                      </a:lnTo>
                      <a:lnTo>
                        <a:pt x="2179611" y="1654218"/>
                      </a:lnTo>
                      <a:lnTo>
                        <a:pt x="1748948" y="1654218"/>
                      </a:lnTo>
                      <a:lnTo>
                        <a:pt x="1556926" y="1292368"/>
                      </a:lnTo>
                      <a:lnTo>
                        <a:pt x="551270" y="1292368"/>
                      </a:lnTo>
                      <a:lnTo>
                        <a:pt x="359427" y="1654218"/>
                      </a:lnTo>
                      <a:lnTo>
                        <a:pt x="749" y="1654218"/>
                      </a:lnTo>
                      <a:close/>
                    </a:path>
                  </a:pathLst>
                </a:custGeom>
                <a:solidFill>
                  <a:srgbClr val="0D0E0E"/>
                </a:solidFill>
                <a:ln w="17862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47" name="任意形状 46">
                  <a:extLst>
                    <a:ext uri="{FF2B5EF4-FFF2-40B4-BE49-F238E27FC236}">
                      <a16:creationId xmlns:a16="http://schemas.microsoft.com/office/drawing/2014/main" id="{CFCDBCFD-3D7F-1F47-93CB-86F96F011D64}"/>
                    </a:ext>
                  </a:extLst>
                </p:cNvPr>
                <p:cNvSpPr/>
                <p:nvPr/>
              </p:nvSpPr>
              <p:spPr>
                <a:xfrm>
                  <a:off x="9570293" y="6017677"/>
                  <a:ext cx="2035247" cy="1653862"/>
                </a:xfrm>
                <a:custGeom>
                  <a:avLst/>
                  <a:gdLst>
                    <a:gd name="connsiteX0" fmla="*/ 839185 w 2035247"/>
                    <a:gd name="connsiteY0" fmla="*/ 1654214 h 1653862"/>
                    <a:gd name="connsiteX1" fmla="*/ 839185 w 2035247"/>
                    <a:gd name="connsiteY1" fmla="*/ 904618 h 1653862"/>
                    <a:gd name="connsiteX2" fmla="*/ 1257 w 2035247"/>
                    <a:gd name="connsiteY2" fmla="*/ 351 h 1653862"/>
                    <a:gd name="connsiteX3" fmla="*/ 504085 w 2035247"/>
                    <a:gd name="connsiteY3" fmla="*/ 351 h 1653862"/>
                    <a:gd name="connsiteX4" fmla="*/ 1031027 w 2035247"/>
                    <a:gd name="connsiteY4" fmla="*/ 620639 h 1653862"/>
                    <a:gd name="connsiteX5" fmla="*/ 1581905 w 2035247"/>
                    <a:gd name="connsiteY5" fmla="*/ 351 h 1653862"/>
                    <a:gd name="connsiteX6" fmla="*/ 2036505 w 2035247"/>
                    <a:gd name="connsiteY6" fmla="*/ 351 h 1653862"/>
                    <a:gd name="connsiteX7" fmla="*/ 1198756 w 2035247"/>
                    <a:gd name="connsiteY7" fmla="*/ 904618 h 1653862"/>
                    <a:gd name="connsiteX8" fmla="*/ 1198756 w 2035247"/>
                    <a:gd name="connsiteY8" fmla="*/ 1654214 h 1653862"/>
                    <a:gd name="connsiteX9" fmla="*/ 839185 w 2035247"/>
                    <a:gd name="connsiteY9" fmla="*/ 1654214 h 16538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35247" h="1653862">
                      <a:moveTo>
                        <a:pt x="839185" y="1654214"/>
                      </a:moveTo>
                      <a:lnTo>
                        <a:pt x="839185" y="904618"/>
                      </a:lnTo>
                      <a:lnTo>
                        <a:pt x="1257" y="351"/>
                      </a:lnTo>
                      <a:lnTo>
                        <a:pt x="504085" y="351"/>
                      </a:lnTo>
                      <a:lnTo>
                        <a:pt x="1031027" y="620639"/>
                      </a:lnTo>
                      <a:lnTo>
                        <a:pt x="1581905" y="351"/>
                      </a:lnTo>
                      <a:lnTo>
                        <a:pt x="2036505" y="351"/>
                      </a:lnTo>
                      <a:lnTo>
                        <a:pt x="1198756" y="904618"/>
                      </a:lnTo>
                      <a:lnTo>
                        <a:pt x="1198756" y="1654214"/>
                      </a:lnTo>
                      <a:lnTo>
                        <a:pt x="839185" y="1654214"/>
                      </a:lnTo>
                      <a:close/>
                    </a:path>
                  </a:pathLst>
                </a:custGeom>
                <a:solidFill>
                  <a:srgbClr val="0D0E0E"/>
                </a:solidFill>
                <a:ln w="17862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48" name="任意形状 47">
                  <a:extLst>
                    <a:ext uri="{FF2B5EF4-FFF2-40B4-BE49-F238E27FC236}">
                      <a16:creationId xmlns:a16="http://schemas.microsoft.com/office/drawing/2014/main" id="{C19B794F-E55B-EB4C-84CD-2B54EFA3BB89}"/>
                    </a:ext>
                  </a:extLst>
                </p:cNvPr>
                <p:cNvSpPr/>
                <p:nvPr/>
              </p:nvSpPr>
              <p:spPr>
                <a:xfrm>
                  <a:off x="11771482" y="6017677"/>
                  <a:ext cx="2083119" cy="1653862"/>
                </a:xfrm>
                <a:custGeom>
                  <a:avLst/>
                  <a:gdLst>
                    <a:gd name="connsiteX0" fmla="*/ 1516 w 2083119"/>
                    <a:gd name="connsiteY0" fmla="*/ 1654214 h 1653862"/>
                    <a:gd name="connsiteX1" fmla="*/ 1516 w 2083119"/>
                    <a:gd name="connsiteY1" fmla="*/ 351 h 1653862"/>
                    <a:gd name="connsiteX2" fmla="*/ 288745 w 2083119"/>
                    <a:gd name="connsiteY2" fmla="*/ 351 h 1653862"/>
                    <a:gd name="connsiteX3" fmla="*/ 1055044 w 2083119"/>
                    <a:gd name="connsiteY3" fmla="*/ 982310 h 1653862"/>
                    <a:gd name="connsiteX4" fmla="*/ 1797407 w 2083119"/>
                    <a:gd name="connsiteY4" fmla="*/ 351 h 1653862"/>
                    <a:gd name="connsiteX5" fmla="*/ 2084636 w 2083119"/>
                    <a:gd name="connsiteY5" fmla="*/ 351 h 1653862"/>
                    <a:gd name="connsiteX6" fmla="*/ 2084636 w 2083119"/>
                    <a:gd name="connsiteY6" fmla="*/ 1654214 h 1653862"/>
                    <a:gd name="connsiteX7" fmla="*/ 1749536 w 2083119"/>
                    <a:gd name="connsiteY7" fmla="*/ 1654214 h 1653862"/>
                    <a:gd name="connsiteX8" fmla="*/ 1749536 w 2083119"/>
                    <a:gd name="connsiteY8" fmla="*/ 517407 h 1653862"/>
                    <a:gd name="connsiteX9" fmla="*/ 1055044 w 2083119"/>
                    <a:gd name="connsiteY9" fmla="*/ 1447213 h 1653862"/>
                    <a:gd name="connsiteX10" fmla="*/ 983237 w 2083119"/>
                    <a:gd name="connsiteY10" fmla="*/ 1447213 h 1653862"/>
                    <a:gd name="connsiteX11" fmla="*/ 288745 w 2083119"/>
                    <a:gd name="connsiteY11" fmla="*/ 542768 h 1653862"/>
                    <a:gd name="connsiteX12" fmla="*/ 288745 w 2083119"/>
                    <a:gd name="connsiteY12" fmla="*/ 1654214 h 1653862"/>
                    <a:gd name="connsiteX13" fmla="*/ 1516 w 2083119"/>
                    <a:gd name="connsiteY13" fmla="*/ 1654214 h 16538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083119" h="1653862">
                      <a:moveTo>
                        <a:pt x="1516" y="1654214"/>
                      </a:moveTo>
                      <a:lnTo>
                        <a:pt x="1516" y="351"/>
                      </a:lnTo>
                      <a:lnTo>
                        <a:pt x="288745" y="351"/>
                      </a:lnTo>
                      <a:lnTo>
                        <a:pt x="1055044" y="982310"/>
                      </a:lnTo>
                      <a:lnTo>
                        <a:pt x="1797407" y="351"/>
                      </a:lnTo>
                      <a:lnTo>
                        <a:pt x="2084636" y="351"/>
                      </a:lnTo>
                      <a:lnTo>
                        <a:pt x="2084636" y="1654214"/>
                      </a:lnTo>
                      <a:lnTo>
                        <a:pt x="1749536" y="1654214"/>
                      </a:lnTo>
                      <a:lnTo>
                        <a:pt x="1749536" y="517407"/>
                      </a:lnTo>
                      <a:lnTo>
                        <a:pt x="1055044" y="1447213"/>
                      </a:lnTo>
                      <a:lnTo>
                        <a:pt x="983237" y="1447213"/>
                      </a:lnTo>
                      <a:lnTo>
                        <a:pt x="288745" y="542768"/>
                      </a:lnTo>
                      <a:lnTo>
                        <a:pt x="288745" y="1654214"/>
                      </a:lnTo>
                      <a:lnTo>
                        <a:pt x="1516" y="1654214"/>
                      </a:lnTo>
                      <a:close/>
                    </a:path>
                  </a:pathLst>
                </a:custGeom>
                <a:solidFill>
                  <a:srgbClr val="0D0E0E"/>
                </a:solidFill>
                <a:ln w="17862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49" name="任意形状 48">
                  <a:extLst>
                    <a:ext uri="{FF2B5EF4-FFF2-40B4-BE49-F238E27FC236}">
                      <a16:creationId xmlns:a16="http://schemas.microsoft.com/office/drawing/2014/main" id="{F63677A1-BDC5-5644-ACF9-9E4436CF8F81}"/>
                    </a:ext>
                  </a:extLst>
                </p:cNvPr>
                <p:cNvSpPr/>
                <p:nvPr/>
              </p:nvSpPr>
              <p:spPr>
                <a:xfrm>
                  <a:off x="16491452" y="6017677"/>
                  <a:ext cx="1915748" cy="1653862"/>
                </a:xfrm>
                <a:custGeom>
                  <a:avLst/>
                  <a:gdLst>
                    <a:gd name="connsiteX0" fmla="*/ 2068 w 1915748"/>
                    <a:gd name="connsiteY0" fmla="*/ 1654214 h 1653862"/>
                    <a:gd name="connsiteX1" fmla="*/ 2068 w 1915748"/>
                    <a:gd name="connsiteY1" fmla="*/ 351 h 1653862"/>
                    <a:gd name="connsiteX2" fmla="*/ 385217 w 1915748"/>
                    <a:gd name="connsiteY2" fmla="*/ 351 h 1653862"/>
                    <a:gd name="connsiteX3" fmla="*/ 385217 w 1915748"/>
                    <a:gd name="connsiteY3" fmla="*/ 646358 h 1653862"/>
                    <a:gd name="connsiteX4" fmla="*/ 1558423 w 1915748"/>
                    <a:gd name="connsiteY4" fmla="*/ 646358 h 1653862"/>
                    <a:gd name="connsiteX5" fmla="*/ 1558423 w 1915748"/>
                    <a:gd name="connsiteY5" fmla="*/ 351 h 1653862"/>
                    <a:gd name="connsiteX6" fmla="*/ 1917816 w 1915748"/>
                    <a:gd name="connsiteY6" fmla="*/ 351 h 1653862"/>
                    <a:gd name="connsiteX7" fmla="*/ 1917816 w 1915748"/>
                    <a:gd name="connsiteY7" fmla="*/ 1654214 h 1653862"/>
                    <a:gd name="connsiteX8" fmla="*/ 1558423 w 1915748"/>
                    <a:gd name="connsiteY8" fmla="*/ 1654214 h 1653862"/>
                    <a:gd name="connsiteX9" fmla="*/ 1558423 w 1915748"/>
                    <a:gd name="connsiteY9" fmla="*/ 956413 h 1653862"/>
                    <a:gd name="connsiteX10" fmla="*/ 385217 w 1915748"/>
                    <a:gd name="connsiteY10" fmla="*/ 956413 h 1653862"/>
                    <a:gd name="connsiteX11" fmla="*/ 385217 w 1915748"/>
                    <a:gd name="connsiteY11" fmla="*/ 1654214 h 1653862"/>
                    <a:gd name="connsiteX12" fmla="*/ 2068 w 1915748"/>
                    <a:gd name="connsiteY12" fmla="*/ 1654214 h 16538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915748" h="1653862">
                      <a:moveTo>
                        <a:pt x="2068" y="1654214"/>
                      </a:moveTo>
                      <a:lnTo>
                        <a:pt x="2068" y="351"/>
                      </a:lnTo>
                      <a:lnTo>
                        <a:pt x="385217" y="351"/>
                      </a:lnTo>
                      <a:lnTo>
                        <a:pt x="385217" y="646358"/>
                      </a:lnTo>
                      <a:lnTo>
                        <a:pt x="1558423" y="646358"/>
                      </a:lnTo>
                      <a:lnTo>
                        <a:pt x="1558423" y="351"/>
                      </a:lnTo>
                      <a:lnTo>
                        <a:pt x="1917816" y="351"/>
                      </a:lnTo>
                      <a:lnTo>
                        <a:pt x="1917816" y="1654214"/>
                      </a:lnTo>
                      <a:lnTo>
                        <a:pt x="1558423" y="1654214"/>
                      </a:lnTo>
                      <a:lnTo>
                        <a:pt x="1558423" y="956413"/>
                      </a:lnTo>
                      <a:lnTo>
                        <a:pt x="385217" y="956413"/>
                      </a:lnTo>
                      <a:lnTo>
                        <a:pt x="385217" y="1654214"/>
                      </a:lnTo>
                      <a:lnTo>
                        <a:pt x="2068" y="1654214"/>
                      </a:lnTo>
                      <a:close/>
                    </a:path>
                  </a:pathLst>
                </a:custGeom>
                <a:solidFill>
                  <a:srgbClr val="0D0E0E"/>
                </a:solidFill>
                <a:ln w="17862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50" name="任意形状 49">
                  <a:extLst>
                    <a:ext uri="{FF2B5EF4-FFF2-40B4-BE49-F238E27FC236}">
                      <a16:creationId xmlns:a16="http://schemas.microsoft.com/office/drawing/2014/main" id="{435BC913-0AD4-6A4C-9D34-A3EBEEE971C9}"/>
                    </a:ext>
                  </a:extLst>
                </p:cNvPr>
                <p:cNvSpPr/>
                <p:nvPr/>
              </p:nvSpPr>
              <p:spPr>
                <a:xfrm>
                  <a:off x="18909312" y="6017677"/>
                  <a:ext cx="1651919" cy="1653862"/>
                </a:xfrm>
                <a:custGeom>
                  <a:avLst/>
                  <a:gdLst>
                    <a:gd name="connsiteX0" fmla="*/ 2340 w 1651919"/>
                    <a:gd name="connsiteY0" fmla="*/ 1654214 h 1653862"/>
                    <a:gd name="connsiteX1" fmla="*/ 2340 w 1651919"/>
                    <a:gd name="connsiteY1" fmla="*/ 351 h 1653862"/>
                    <a:gd name="connsiteX2" fmla="*/ 1630324 w 1651919"/>
                    <a:gd name="connsiteY2" fmla="*/ 351 h 1653862"/>
                    <a:gd name="connsiteX3" fmla="*/ 1630324 w 1651919"/>
                    <a:gd name="connsiteY3" fmla="*/ 310585 h 1653862"/>
                    <a:gd name="connsiteX4" fmla="*/ 385132 w 1651919"/>
                    <a:gd name="connsiteY4" fmla="*/ 310585 h 1653862"/>
                    <a:gd name="connsiteX5" fmla="*/ 385132 w 1651919"/>
                    <a:gd name="connsiteY5" fmla="*/ 672434 h 1653862"/>
                    <a:gd name="connsiteX6" fmla="*/ 1103918 w 1651919"/>
                    <a:gd name="connsiteY6" fmla="*/ 672434 h 1653862"/>
                    <a:gd name="connsiteX7" fmla="*/ 1103918 w 1651919"/>
                    <a:gd name="connsiteY7" fmla="*/ 956413 h 1653862"/>
                    <a:gd name="connsiteX8" fmla="*/ 385132 w 1651919"/>
                    <a:gd name="connsiteY8" fmla="*/ 956413 h 1653862"/>
                    <a:gd name="connsiteX9" fmla="*/ 385132 w 1651919"/>
                    <a:gd name="connsiteY9" fmla="*/ 1343981 h 1653862"/>
                    <a:gd name="connsiteX10" fmla="*/ 1654260 w 1651919"/>
                    <a:gd name="connsiteY10" fmla="*/ 1343981 h 1653862"/>
                    <a:gd name="connsiteX11" fmla="*/ 1654260 w 1651919"/>
                    <a:gd name="connsiteY11" fmla="*/ 1654214 h 1653862"/>
                    <a:gd name="connsiteX12" fmla="*/ 2340 w 1651919"/>
                    <a:gd name="connsiteY12" fmla="*/ 1654214 h 16538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651919" h="1653862">
                      <a:moveTo>
                        <a:pt x="2340" y="1654214"/>
                      </a:moveTo>
                      <a:lnTo>
                        <a:pt x="2340" y="351"/>
                      </a:lnTo>
                      <a:lnTo>
                        <a:pt x="1630324" y="351"/>
                      </a:lnTo>
                      <a:lnTo>
                        <a:pt x="1630324" y="310585"/>
                      </a:lnTo>
                      <a:lnTo>
                        <a:pt x="385132" y="310585"/>
                      </a:lnTo>
                      <a:lnTo>
                        <a:pt x="385132" y="672434"/>
                      </a:lnTo>
                      <a:lnTo>
                        <a:pt x="1103918" y="672434"/>
                      </a:lnTo>
                      <a:lnTo>
                        <a:pt x="1103918" y="956413"/>
                      </a:lnTo>
                      <a:lnTo>
                        <a:pt x="385132" y="956413"/>
                      </a:lnTo>
                      <a:lnTo>
                        <a:pt x="385132" y="1343981"/>
                      </a:lnTo>
                      <a:lnTo>
                        <a:pt x="1654260" y="1343981"/>
                      </a:lnTo>
                      <a:lnTo>
                        <a:pt x="1654260" y="1654214"/>
                      </a:lnTo>
                      <a:lnTo>
                        <a:pt x="2340" y="1654214"/>
                      </a:lnTo>
                      <a:close/>
                    </a:path>
                  </a:pathLst>
                </a:custGeom>
                <a:solidFill>
                  <a:srgbClr val="0D0E0E"/>
                </a:solidFill>
                <a:ln w="17862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51" name="任意形状 50">
                  <a:extLst>
                    <a:ext uri="{FF2B5EF4-FFF2-40B4-BE49-F238E27FC236}">
                      <a16:creationId xmlns:a16="http://schemas.microsoft.com/office/drawing/2014/main" id="{BC52B1BB-8C02-AD49-96E0-E5340AF66AFD}"/>
                    </a:ext>
                  </a:extLst>
                </p:cNvPr>
                <p:cNvSpPr/>
                <p:nvPr/>
              </p:nvSpPr>
              <p:spPr>
                <a:xfrm>
                  <a:off x="20919908" y="6017677"/>
                  <a:ext cx="2083119" cy="1653862"/>
                </a:xfrm>
                <a:custGeom>
                  <a:avLst/>
                  <a:gdLst>
                    <a:gd name="connsiteX0" fmla="*/ 2603 w 2083119"/>
                    <a:gd name="connsiteY0" fmla="*/ 1654214 h 1653862"/>
                    <a:gd name="connsiteX1" fmla="*/ 2603 w 2083119"/>
                    <a:gd name="connsiteY1" fmla="*/ 351 h 1653862"/>
                    <a:gd name="connsiteX2" fmla="*/ 289832 w 2083119"/>
                    <a:gd name="connsiteY2" fmla="*/ 351 h 1653862"/>
                    <a:gd name="connsiteX3" fmla="*/ 1032374 w 2083119"/>
                    <a:gd name="connsiteY3" fmla="*/ 982310 h 1653862"/>
                    <a:gd name="connsiteX4" fmla="*/ 1774380 w 2083119"/>
                    <a:gd name="connsiteY4" fmla="*/ 351 h 1653862"/>
                    <a:gd name="connsiteX5" fmla="*/ 2085722 w 2083119"/>
                    <a:gd name="connsiteY5" fmla="*/ 351 h 1653862"/>
                    <a:gd name="connsiteX6" fmla="*/ 2085722 w 2083119"/>
                    <a:gd name="connsiteY6" fmla="*/ 1654214 h 1653862"/>
                    <a:gd name="connsiteX7" fmla="*/ 1750266 w 2083119"/>
                    <a:gd name="connsiteY7" fmla="*/ 1654214 h 1653862"/>
                    <a:gd name="connsiteX8" fmla="*/ 1750266 w 2083119"/>
                    <a:gd name="connsiteY8" fmla="*/ 517407 h 1653862"/>
                    <a:gd name="connsiteX9" fmla="*/ 1055952 w 2083119"/>
                    <a:gd name="connsiteY9" fmla="*/ 1447213 h 1653862"/>
                    <a:gd name="connsiteX10" fmla="*/ 984502 w 2083119"/>
                    <a:gd name="connsiteY10" fmla="*/ 1447213 h 1653862"/>
                    <a:gd name="connsiteX11" fmla="*/ 289832 w 2083119"/>
                    <a:gd name="connsiteY11" fmla="*/ 542768 h 1653862"/>
                    <a:gd name="connsiteX12" fmla="*/ 289832 w 2083119"/>
                    <a:gd name="connsiteY12" fmla="*/ 1654214 h 1653862"/>
                    <a:gd name="connsiteX13" fmla="*/ 2603 w 2083119"/>
                    <a:gd name="connsiteY13" fmla="*/ 1654214 h 16538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083119" h="1653862">
                      <a:moveTo>
                        <a:pt x="2603" y="1654214"/>
                      </a:moveTo>
                      <a:lnTo>
                        <a:pt x="2603" y="351"/>
                      </a:lnTo>
                      <a:lnTo>
                        <a:pt x="289832" y="351"/>
                      </a:lnTo>
                      <a:lnTo>
                        <a:pt x="1032374" y="982310"/>
                      </a:lnTo>
                      <a:lnTo>
                        <a:pt x="1774380" y="351"/>
                      </a:lnTo>
                      <a:lnTo>
                        <a:pt x="2085722" y="351"/>
                      </a:lnTo>
                      <a:lnTo>
                        <a:pt x="2085722" y="1654214"/>
                      </a:lnTo>
                      <a:lnTo>
                        <a:pt x="1750266" y="1654214"/>
                      </a:lnTo>
                      <a:lnTo>
                        <a:pt x="1750266" y="517407"/>
                      </a:lnTo>
                      <a:lnTo>
                        <a:pt x="1055952" y="1447213"/>
                      </a:lnTo>
                      <a:lnTo>
                        <a:pt x="984502" y="1447213"/>
                      </a:lnTo>
                      <a:lnTo>
                        <a:pt x="289832" y="542768"/>
                      </a:lnTo>
                      <a:lnTo>
                        <a:pt x="289832" y="1654214"/>
                      </a:lnTo>
                      <a:lnTo>
                        <a:pt x="2603" y="1654214"/>
                      </a:lnTo>
                      <a:close/>
                    </a:path>
                  </a:pathLst>
                </a:custGeom>
                <a:solidFill>
                  <a:srgbClr val="0D0E0E"/>
                </a:solidFill>
                <a:ln w="17862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52" name="任意形状 51">
                  <a:extLst>
                    <a:ext uri="{FF2B5EF4-FFF2-40B4-BE49-F238E27FC236}">
                      <a16:creationId xmlns:a16="http://schemas.microsoft.com/office/drawing/2014/main" id="{DC292073-1496-3046-97AB-DD94735F70E0}"/>
                    </a:ext>
                  </a:extLst>
                </p:cNvPr>
                <p:cNvSpPr/>
                <p:nvPr/>
              </p:nvSpPr>
              <p:spPr>
                <a:xfrm>
                  <a:off x="14332597" y="6017791"/>
                  <a:ext cx="1764274" cy="1653684"/>
                </a:xfrm>
                <a:custGeom>
                  <a:avLst/>
                  <a:gdLst>
                    <a:gd name="connsiteX0" fmla="*/ 1380434 w 1764274"/>
                    <a:gd name="connsiteY0" fmla="*/ 1343983 h 1653684"/>
                    <a:gd name="connsiteX1" fmla="*/ 368348 w 1764274"/>
                    <a:gd name="connsiteY1" fmla="*/ 1343983 h 1653684"/>
                    <a:gd name="connsiteX2" fmla="*/ 368348 w 1764274"/>
                    <a:gd name="connsiteY2" fmla="*/ 310408 h 1653684"/>
                    <a:gd name="connsiteX3" fmla="*/ 1380434 w 1764274"/>
                    <a:gd name="connsiteY3" fmla="*/ 310408 h 1653684"/>
                    <a:gd name="connsiteX4" fmla="*/ 1380434 w 1764274"/>
                    <a:gd name="connsiteY4" fmla="*/ 616533 h 1653684"/>
                    <a:gd name="connsiteX5" fmla="*/ 1766085 w 1764274"/>
                    <a:gd name="connsiteY5" fmla="*/ 537055 h 1653684"/>
                    <a:gd name="connsiteX6" fmla="*/ 1733932 w 1764274"/>
                    <a:gd name="connsiteY6" fmla="*/ 206997 h 1653684"/>
                    <a:gd name="connsiteX7" fmla="*/ 1297017 w 1764274"/>
                    <a:gd name="connsiteY7" fmla="*/ 353 h 1653684"/>
                    <a:gd name="connsiteX8" fmla="*/ 285466 w 1764274"/>
                    <a:gd name="connsiteY8" fmla="*/ 353 h 1653684"/>
                    <a:gd name="connsiteX9" fmla="*/ 1810 w 1764274"/>
                    <a:gd name="connsiteY9" fmla="*/ 310050 h 1653684"/>
                    <a:gd name="connsiteX10" fmla="*/ 1810 w 1764274"/>
                    <a:gd name="connsiteY10" fmla="*/ 1344340 h 1653684"/>
                    <a:gd name="connsiteX11" fmla="*/ 285466 w 1764274"/>
                    <a:gd name="connsiteY11" fmla="*/ 1654037 h 1653684"/>
                    <a:gd name="connsiteX12" fmla="*/ 1297017 w 1764274"/>
                    <a:gd name="connsiteY12" fmla="*/ 1654037 h 1653684"/>
                    <a:gd name="connsiteX13" fmla="*/ 1733932 w 1764274"/>
                    <a:gd name="connsiteY13" fmla="*/ 1447394 h 1653684"/>
                    <a:gd name="connsiteX14" fmla="*/ 1766085 w 1764274"/>
                    <a:gd name="connsiteY14" fmla="*/ 1061611 h 1653684"/>
                    <a:gd name="connsiteX15" fmla="*/ 1380434 w 1764274"/>
                    <a:gd name="connsiteY15" fmla="*/ 982312 h 1653684"/>
                    <a:gd name="connsiteX16" fmla="*/ 1380434 w 1764274"/>
                    <a:gd name="connsiteY16" fmla="*/ 1343983 h 1653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64274" h="1653684">
                      <a:moveTo>
                        <a:pt x="1380434" y="1343983"/>
                      </a:moveTo>
                      <a:lnTo>
                        <a:pt x="368348" y="1343983"/>
                      </a:lnTo>
                      <a:lnTo>
                        <a:pt x="368348" y="310408"/>
                      </a:lnTo>
                      <a:lnTo>
                        <a:pt x="1380434" y="310408"/>
                      </a:lnTo>
                      <a:lnTo>
                        <a:pt x="1380434" y="616533"/>
                      </a:lnTo>
                      <a:lnTo>
                        <a:pt x="1766085" y="537055"/>
                      </a:lnTo>
                      <a:lnTo>
                        <a:pt x="1733932" y="206997"/>
                      </a:lnTo>
                      <a:cubicBezTo>
                        <a:pt x="1733932" y="206997"/>
                        <a:pt x="1723751" y="353"/>
                        <a:pt x="1297017" y="353"/>
                      </a:cubicBezTo>
                      <a:lnTo>
                        <a:pt x="285466" y="353"/>
                      </a:lnTo>
                      <a:cubicBezTo>
                        <a:pt x="285466" y="353"/>
                        <a:pt x="1810" y="22321"/>
                        <a:pt x="1810" y="310050"/>
                      </a:cubicBezTo>
                      <a:lnTo>
                        <a:pt x="1810" y="1344340"/>
                      </a:lnTo>
                      <a:cubicBezTo>
                        <a:pt x="1810" y="1632248"/>
                        <a:pt x="285466" y="1654037"/>
                        <a:pt x="285466" y="1654037"/>
                      </a:cubicBezTo>
                      <a:lnTo>
                        <a:pt x="1297017" y="1654037"/>
                      </a:lnTo>
                      <a:cubicBezTo>
                        <a:pt x="1723751" y="1654037"/>
                        <a:pt x="1733932" y="1447394"/>
                        <a:pt x="1733932" y="1447394"/>
                      </a:cubicBezTo>
                      <a:lnTo>
                        <a:pt x="1766085" y="1061611"/>
                      </a:lnTo>
                      <a:lnTo>
                        <a:pt x="1380434" y="982312"/>
                      </a:lnTo>
                      <a:lnTo>
                        <a:pt x="1380434" y="1343983"/>
                      </a:lnTo>
                      <a:close/>
                    </a:path>
                  </a:pathLst>
                </a:custGeom>
                <a:solidFill>
                  <a:srgbClr val="0D0E0E"/>
                </a:solidFill>
                <a:ln w="17862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  <p:sp>
              <p:nvSpPr>
                <p:cNvPr id="53" name="任意形状 52">
                  <a:extLst>
                    <a:ext uri="{FF2B5EF4-FFF2-40B4-BE49-F238E27FC236}">
                      <a16:creationId xmlns:a16="http://schemas.microsoft.com/office/drawing/2014/main" id="{DB155557-5326-A949-BA95-B24D177A65FA}"/>
                    </a:ext>
                  </a:extLst>
                </p:cNvPr>
                <p:cNvSpPr/>
                <p:nvPr/>
              </p:nvSpPr>
              <p:spPr>
                <a:xfrm>
                  <a:off x="7575058" y="6017783"/>
                  <a:ext cx="1763618" cy="1647790"/>
                </a:xfrm>
                <a:custGeom>
                  <a:avLst/>
                  <a:gdLst>
                    <a:gd name="connsiteX0" fmla="*/ 1445187 w 1763618"/>
                    <a:gd name="connsiteY0" fmla="*/ 644577 h 1647790"/>
                    <a:gd name="connsiteX1" fmla="*/ 1445187 w 1763618"/>
                    <a:gd name="connsiteY1" fmla="*/ 644399 h 1647790"/>
                    <a:gd name="connsiteX2" fmla="*/ 391481 w 1763618"/>
                    <a:gd name="connsiteY2" fmla="*/ 644220 h 1647790"/>
                    <a:gd name="connsiteX3" fmla="*/ 391481 w 1763618"/>
                    <a:gd name="connsiteY3" fmla="*/ 310411 h 1647790"/>
                    <a:gd name="connsiteX4" fmla="*/ 1445187 w 1763618"/>
                    <a:gd name="connsiteY4" fmla="*/ 310411 h 1647790"/>
                    <a:gd name="connsiteX5" fmla="*/ 1445187 w 1763618"/>
                    <a:gd name="connsiteY5" fmla="*/ 491515 h 1647790"/>
                    <a:gd name="connsiteX6" fmla="*/ 1764568 w 1763618"/>
                    <a:gd name="connsiteY6" fmla="*/ 411858 h 1647790"/>
                    <a:gd name="connsiteX7" fmla="*/ 1732415 w 1763618"/>
                    <a:gd name="connsiteY7" fmla="*/ 207000 h 1647790"/>
                    <a:gd name="connsiteX8" fmla="*/ 1361770 w 1763618"/>
                    <a:gd name="connsiteY8" fmla="*/ 357 h 1647790"/>
                    <a:gd name="connsiteX9" fmla="*/ 350219 w 1763618"/>
                    <a:gd name="connsiteY9" fmla="*/ 357 h 1647790"/>
                    <a:gd name="connsiteX10" fmla="*/ 66384 w 1763618"/>
                    <a:gd name="connsiteY10" fmla="*/ 310054 h 1647790"/>
                    <a:gd name="connsiteX11" fmla="*/ 66384 w 1763618"/>
                    <a:gd name="connsiteY11" fmla="*/ 718519 h 1647790"/>
                    <a:gd name="connsiteX12" fmla="*/ 385944 w 1763618"/>
                    <a:gd name="connsiteY12" fmla="*/ 981958 h 1647790"/>
                    <a:gd name="connsiteX13" fmla="*/ 385944 w 1763618"/>
                    <a:gd name="connsiteY13" fmla="*/ 982315 h 1647790"/>
                    <a:gd name="connsiteX14" fmla="*/ 1439650 w 1763618"/>
                    <a:gd name="connsiteY14" fmla="*/ 982315 h 1647790"/>
                    <a:gd name="connsiteX15" fmla="*/ 1439650 w 1763618"/>
                    <a:gd name="connsiteY15" fmla="*/ 1337914 h 1647790"/>
                    <a:gd name="connsiteX16" fmla="*/ 320389 w 1763618"/>
                    <a:gd name="connsiteY16" fmla="*/ 1337914 h 1647790"/>
                    <a:gd name="connsiteX17" fmla="*/ 320389 w 1763618"/>
                    <a:gd name="connsiteY17" fmla="*/ 1157168 h 1647790"/>
                    <a:gd name="connsiteX18" fmla="*/ 1008 w 1763618"/>
                    <a:gd name="connsiteY18" fmla="*/ 1236289 h 1647790"/>
                    <a:gd name="connsiteX19" fmla="*/ 33160 w 1763618"/>
                    <a:gd name="connsiteY19" fmla="*/ 1441503 h 1647790"/>
                    <a:gd name="connsiteX20" fmla="*/ 403985 w 1763618"/>
                    <a:gd name="connsiteY20" fmla="*/ 1648147 h 1647790"/>
                    <a:gd name="connsiteX21" fmla="*/ 1480912 w 1763618"/>
                    <a:gd name="connsiteY21" fmla="*/ 1648147 h 1647790"/>
                    <a:gd name="connsiteX22" fmla="*/ 1764568 w 1763618"/>
                    <a:gd name="connsiteY22" fmla="*/ 1338271 h 1647790"/>
                    <a:gd name="connsiteX23" fmla="*/ 1764568 w 1763618"/>
                    <a:gd name="connsiteY23" fmla="*/ 908016 h 1647790"/>
                    <a:gd name="connsiteX24" fmla="*/ 1445187 w 1763618"/>
                    <a:gd name="connsiteY24" fmla="*/ 644577 h 1647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763618" h="1647790">
                      <a:moveTo>
                        <a:pt x="1445187" y="644577"/>
                      </a:moveTo>
                      <a:lnTo>
                        <a:pt x="1445187" y="644399"/>
                      </a:lnTo>
                      <a:lnTo>
                        <a:pt x="391481" y="644220"/>
                      </a:lnTo>
                      <a:lnTo>
                        <a:pt x="391481" y="310411"/>
                      </a:lnTo>
                      <a:lnTo>
                        <a:pt x="1445187" y="310411"/>
                      </a:lnTo>
                      <a:lnTo>
                        <a:pt x="1445187" y="491515"/>
                      </a:lnTo>
                      <a:lnTo>
                        <a:pt x="1764568" y="411858"/>
                      </a:lnTo>
                      <a:lnTo>
                        <a:pt x="1732415" y="207000"/>
                      </a:lnTo>
                      <a:cubicBezTo>
                        <a:pt x="1732415" y="207000"/>
                        <a:pt x="1700084" y="357"/>
                        <a:pt x="1361770" y="357"/>
                      </a:cubicBezTo>
                      <a:lnTo>
                        <a:pt x="350219" y="357"/>
                      </a:lnTo>
                      <a:cubicBezTo>
                        <a:pt x="350219" y="357"/>
                        <a:pt x="66384" y="22325"/>
                        <a:pt x="66384" y="310054"/>
                      </a:cubicBezTo>
                      <a:lnTo>
                        <a:pt x="66384" y="718519"/>
                      </a:lnTo>
                      <a:cubicBezTo>
                        <a:pt x="66384" y="718519"/>
                        <a:pt x="54417" y="977314"/>
                        <a:pt x="385944" y="981958"/>
                      </a:cubicBezTo>
                      <a:lnTo>
                        <a:pt x="385944" y="982315"/>
                      </a:lnTo>
                      <a:lnTo>
                        <a:pt x="1439650" y="982315"/>
                      </a:lnTo>
                      <a:lnTo>
                        <a:pt x="1439650" y="1337914"/>
                      </a:lnTo>
                      <a:lnTo>
                        <a:pt x="320389" y="1337914"/>
                      </a:lnTo>
                      <a:lnTo>
                        <a:pt x="320389" y="1157168"/>
                      </a:lnTo>
                      <a:lnTo>
                        <a:pt x="1008" y="1236289"/>
                      </a:lnTo>
                      <a:lnTo>
                        <a:pt x="33160" y="1441503"/>
                      </a:lnTo>
                      <a:cubicBezTo>
                        <a:pt x="33160" y="1441503"/>
                        <a:pt x="65134" y="1648147"/>
                        <a:pt x="403985" y="1648147"/>
                      </a:cubicBezTo>
                      <a:lnTo>
                        <a:pt x="1480912" y="1648147"/>
                      </a:lnTo>
                      <a:cubicBezTo>
                        <a:pt x="1480912" y="1648147"/>
                        <a:pt x="1764568" y="1626179"/>
                        <a:pt x="1764568" y="1338271"/>
                      </a:cubicBezTo>
                      <a:lnTo>
                        <a:pt x="1764568" y="908016"/>
                      </a:lnTo>
                      <a:cubicBezTo>
                        <a:pt x="1764568" y="908016"/>
                        <a:pt x="1776893" y="649221"/>
                        <a:pt x="1445187" y="644577"/>
                      </a:cubicBezTo>
                    </a:path>
                  </a:pathLst>
                </a:custGeom>
                <a:solidFill>
                  <a:srgbClr val="0D0E0E"/>
                </a:solidFill>
                <a:ln w="17862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algn="ctr" defTabSz="2438400">
                    <a:lnSpc>
                      <a:spcPct val="90000"/>
                    </a:lnSpc>
                    <a:defRPr/>
                  </a:pPr>
                  <a:endParaRPr lang="zh-CN" altLang="en-US" sz="2400" kern="0">
                    <a:solidFill>
                      <a:srgbClr val="000000"/>
                    </a:solidFill>
                    <a:latin typeface="Canela Text Regular"/>
                    <a:sym typeface="Canela Text Regular"/>
                  </a:endParaRPr>
                </a:p>
              </p:txBody>
            </p:sp>
          </p:grpSp>
        </p:grpSp>
      </p:grp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43" y="3980591"/>
            <a:ext cx="11973582" cy="23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559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2wrmILrwzuPI1qepYAFg"/>
</p:tagLst>
</file>

<file path=ppt/theme/theme1.xml><?xml version="1.0" encoding="utf-8"?>
<a:theme xmlns:a="http://schemas.openxmlformats.org/drawingml/2006/main" name="2_White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Mod val="75000"/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algn="ctr" fontAlgn="auto" hangingPunct="0">
          <a:spcBef>
            <a:spcPts val="0"/>
          </a:spcBef>
          <a:spcAft>
            <a:spcPts val="0"/>
          </a:spcAft>
          <a:defRPr sz="3000" dirty="0" smtClean="0">
            <a:solidFill>
              <a:srgbClr val="FFFFFF"/>
            </a:solidFill>
            <a:ea typeface="Helvetica Light"/>
            <a:cs typeface="Arial" panose="020B0604020202020204" pitchFamily="34" charset="0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symChem模板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marL="285750" indent="-285750" defTabSz="1087120">
          <a:spcAft>
            <a:spcPts val="600"/>
          </a:spcAft>
          <a:buFont typeface="Wingdings" panose="05000000000000000000" pitchFamily="2" charset="2"/>
          <a:buChar char="l"/>
          <a:defRPr sz="1800" dirty="0">
            <a:solidFill>
              <a:schemeClr val="accent1">
                <a:lumMod val="50000"/>
              </a:schemeClr>
            </a:solidFill>
            <a:latin typeface="Arial Narrow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Bristol Myers Squibb">
  <a:themeElements>
    <a:clrScheme name="Color Custom AB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1CA385"/>
      </a:accent1>
      <a:accent2>
        <a:srgbClr val="9CBB5D"/>
      </a:accent2>
      <a:accent3>
        <a:srgbClr val="F29B27"/>
      </a:accent3>
      <a:accent4>
        <a:srgbClr val="BD382F"/>
      </a:accent4>
      <a:accent5>
        <a:srgbClr val="33D6F1"/>
      </a:accent5>
      <a:accent6>
        <a:srgbClr val="FDA97D"/>
      </a:accent6>
      <a:hlink>
        <a:srgbClr val="84E6F6"/>
      </a:hlink>
      <a:folHlink>
        <a:srgbClr val="0EB1CC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 panose="020B0603020202020204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4482</TotalTime>
  <Words>75</Words>
  <Application>Microsoft Office PowerPoint</Application>
  <PresentationFormat>自定义</PresentationFormat>
  <Paragraphs>22</Paragraphs>
  <Slides>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4" baseType="lpstr">
      <vt:lpstr>Canela Text Regular</vt:lpstr>
      <vt:lpstr>Helvetica Light</vt:lpstr>
      <vt:lpstr>Helvetica Neue</vt:lpstr>
      <vt:lpstr>Lucida Grande</vt:lpstr>
      <vt:lpstr>Open Sans</vt:lpstr>
      <vt:lpstr>Open Sans Semibold</vt:lpstr>
      <vt:lpstr>Roboto Regular</vt:lpstr>
      <vt:lpstr>等线</vt:lpstr>
      <vt:lpstr>黑体</vt:lpstr>
      <vt:lpstr>宋体</vt:lpstr>
      <vt:lpstr>Microsoft YaHei</vt:lpstr>
      <vt:lpstr>Microsoft YaHei</vt:lpstr>
      <vt:lpstr>Arial</vt:lpstr>
      <vt:lpstr>Arial Black</vt:lpstr>
      <vt:lpstr>Calibri</vt:lpstr>
      <vt:lpstr>Cambria</vt:lpstr>
      <vt:lpstr>Gill Sans MT</vt:lpstr>
      <vt:lpstr>Times New Roman</vt:lpstr>
      <vt:lpstr>Trebuchet MS</vt:lpstr>
      <vt:lpstr>2_White</vt:lpstr>
      <vt:lpstr>webwppDefTheme</vt:lpstr>
      <vt:lpstr>AsymChem模板1</vt:lpstr>
      <vt:lpstr>3_webwppDefTheme</vt:lpstr>
      <vt:lpstr>1_webwppDefTheme</vt:lpstr>
      <vt:lpstr>Bristol Myers Squibb</vt:lpstr>
      <vt:lpstr>自定义设计方案</vt:lpstr>
      <vt:lpstr>1_自定义设计方案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suresh</dc:creator>
  <cp:lastModifiedBy>Qi Wang3700</cp:lastModifiedBy>
  <cp:revision>235</cp:revision>
  <dcterms:created xsi:type="dcterms:W3CDTF">2025-09-22T09:26:45Z</dcterms:created>
  <dcterms:modified xsi:type="dcterms:W3CDTF">2026-09-18T05:58:19Z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