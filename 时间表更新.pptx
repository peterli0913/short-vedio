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3" r:id="rId3"/>
  </p:sldMasterIdLst>
  <p:notesMasterIdLst>
    <p:notesMasterId r:id="rId5"/>
  </p:notesMasterIdLst>
  <p:handoutMasterIdLst>
    <p:handoutMasterId r:id="rId6"/>
  </p:handoutMasterIdLst>
  <p:sldIdLst>
    <p:sldId id="120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3" clrIdx="0"/>
  <p:cmAuthor id="2" name="作者" initials="A" lastIdx="1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A9E"/>
    <a:srgbClr val="2E75B6"/>
    <a:srgbClr val="0000FF"/>
    <a:srgbClr val="4A66B1"/>
    <a:srgbClr val="EAEFF7"/>
    <a:srgbClr val="D2DEEF"/>
    <a:srgbClr val="E9EAF1"/>
    <a:srgbClr val="D0D3E3"/>
    <a:srgbClr val="D4E5F7"/>
    <a:srgbClr val="ACC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2233" autoAdjust="0"/>
  </p:normalViewPr>
  <p:slideViewPr>
    <p:cSldViewPr snapToGrid="0">
      <p:cViewPr varScale="1">
        <p:scale>
          <a:sx n="127" d="100"/>
          <a:sy n="127" d="100"/>
        </p:scale>
        <p:origin x="500" y="92"/>
      </p:cViewPr>
      <p:guideLst>
        <p:guide orient="horz" pos="2319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73DE6-786A-4A72-B78D-83AA17E615B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44BEE-D1C4-4570-B094-729A47EA0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CDC9A-6984-4BA9-A7C2-63B67279B178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74AF-E535-49E6-9134-4F99EB81E7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55085" y="1317625"/>
            <a:ext cx="4288155" cy="85502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BDA9E-2EAA-4E99-99B4-425FB0CB033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8AC36-0FA3-4CB6-9909-DAE64D6E82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6118822" y="1447429"/>
            <a:ext cx="49332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、单批储罐处理周期是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processing cycle for a single batch of storage tanks is 75 days.</a:t>
            </a:r>
          </a:p>
          <a:p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、因厂区硝酸用量不足，需重新申购，所以分批进行储罐钝化工作。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Due to insufficient nitric acid usage in the factory area, a new purchase is required, so the tank passivation work will be carried out in batches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、碱洗是处理管道残留油污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Rinsing with alkaline solution is used to remove residual oil stains from the pipes.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、储罐钝化方式是人员入罐喷洒钝化液至检测合格。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tank passivation method is to have personnel enter the tank and spray the passivation solution until it is qualified upon inspection.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、管路钝化方式是钝化液侵泡至检测合格。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pipeline passivation method is to immerse it in the passivation solution until it passes the inspection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137154" y="6064077"/>
            <a:ext cx="2551326" cy="53287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单批钝化预计耗时：</a:t>
            </a:r>
            <a:r>
              <a:rPr lang="en-US" altLang="zh-CN" b="1" dirty="0" smtClean="0">
                <a:solidFill>
                  <a:srgbClr val="FF0000"/>
                </a:solidFill>
              </a:rPr>
              <a:t>75d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490415" y="492309"/>
            <a:ext cx="430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828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1" dirty="0" smtClean="0">
                <a:solidFill>
                  <a:prstClr val="black"/>
                </a:solidFill>
                <a:latin typeface="Arial"/>
                <a:ea typeface="微软雅黑"/>
              </a:rPr>
              <a:t>钝化方案及影响</a:t>
            </a:r>
            <a:endParaRPr lang="zh-CN" altLang="en-US" sz="2000" b="1" i="1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4" y="1441277"/>
            <a:ext cx="5448300" cy="4622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792224" y="1041167"/>
            <a:ext cx="3785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钝化流程及耗时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352066"/>
              </p:ext>
            </p:extLst>
          </p:nvPr>
        </p:nvGraphicFramePr>
        <p:xfrm>
          <a:off x="10878076" y="5557730"/>
          <a:ext cx="1313924" cy="1061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包装程序外壳对象" showAsIcon="1" r:id="rId4" imgW="996924" imgH="520792" progId="Package">
                  <p:embed/>
                </p:oleObj>
              </mc:Choice>
              <mc:Fallback>
                <p:oleObj name="包装程序外壳对象" showAsIcon="1" r:id="rId4" imgW="996924" imgH="520792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78076" y="5557730"/>
                        <a:ext cx="1313924" cy="1061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56244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342900" indent="-342900">
          <a:buFont typeface="Wingdings" panose="05000000000000000000" pitchFamily="2" charset="2"/>
          <a:buChar char="Ø"/>
          <a:defRPr sz="20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191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webwppDefTheme</vt:lpstr>
      <vt:lpstr>1_webwppDefTheme</vt:lpstr>
      <vt:lpstr>程序包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Qiuyan Chen</dc:creator>
  <cp:lastModifiedBy>Ruijun Shi</cp:lastModifiedBy>
  <cp:revision>93</cp:revision>
  <dcterms:created xsi:type="dcterms:W3CDTF">2026-06-02T13:16:01Z</dcterms:created>
  <dcterms:modified xsi:type="dcterms:W3CDTF">2026-09-18T05:06:20Z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2052-11.8.2.10440</vt:lpwstr>
  </property>
</Properties>
</file>