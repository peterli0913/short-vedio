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755D2-0475-4BF2-AA35-4E1B23F45634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4A022-6EC4-4CE1-97AB-FAE590F447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343BBE-B811-4596-82B2-9E455688913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581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ADC9-9E02-4B7E-A7C1-0A9ACE48ABD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E264-4C9B-4A0A-BF5C-0465B0254C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ADC9-9E02-4B7E-A7C1-0A9ACE48ABD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E264-4C9B-4A0A-BF5C-0465B0254C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ADC9-9E02-4B7E-A7C1-0A9ACE48ABD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E264-4C9B-4A0A-BF5C-0465B0254C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ADC9-9E02-4B7E-A7C1-0A9ACE48ABD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E264-4C9B-4A0A-BF5C-0465B0254C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ADC9-9E02-4B7E-A7C1-0A9ACE48ABD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E264-4C9B-4A0A-BF5C-0465B0254C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ADC9-9E02-4B7E-A7C1-0A9ACE48ABD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E264-4C9B-4A0A-BF5C-0465B0254C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ADC9-9E02-4B7E-A7C1-0A9ACE48ABD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E264-4C9B-4A0A-BF5C-0465B0254C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ADC9-9E02-4B7E-A7C1-0A9ACE48ABD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E264-4C9B-4A0A-BF5C-0465B0254C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ADC9-9E02-4B7E-A7C1-0A9ACE48ABD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E264-4C9B-4A0A-BF5C-0465B0254C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ADC9-9E02-4B7E-A7C1-0A9ACE48ABD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E264-4C9B-4A0A-BF5C-0465B0254C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ADC9-9E02-4B7E-A7C1-0A9ACE48ABD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FE264-4C9B-4A0A-BF5C-0465B0254C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4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4"/>
            <a:ext cx="831056" cy="284693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598" y="315051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FADC9-9E02-4B7E-A7C1-0A9ACE48ABDD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FE264-4C9B-4A0A-BF5C-0465B0254C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276340" y="213585"/>
            <a:ext cx="2780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制备系统组分罐搅拌照片</a:t>
            </a:r>
            <a:endParaRPr lang="zh-CN" altLang="en-US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509" y="889635"/>
            <a:ext cx="3429358" cy="254367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932" y="880851"/>
            <a:ext cx="3166535" cy="255246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509" y="3697858"/>
            <a:ext cx="3429358" cy="249015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932" y="3687234"/>
            <a:ext cx="3166535" cy="250078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920350" y="3411696"/>
            <a:ext cx="2812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/>
              <a:t>1211-HPPC03-AT03</a:t>
            </a:r>
            <a:r>
              <a:rPr lang="zh-CN" altLang="en-US" sz="1400" b="1" dirty="0" smtClean="0"/>
              <a:t>（符合要求）</a:t>
            </a:r>
            <a:endParaRPr lang="zh-CN" altLang="en-US" sz="14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6850322" y="3423470"/>
            <a:ext cx="3157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rgbClr val="FF0000"/>
                </a:solidFill>
              </a:rPr>
              <a:t>1211-HPPC03-AT04</a:t>
            </a:r>
            <a:r>
              <a:rPr lang="zh-CN" altLang="en-US" sz="1400" b="1" dirty="0" smtClean="0">
                <a:solidFill>
                  <a:srgbClr val="FF0000"/>
                </a:solidFill>
              </a:rPr>
              <a:t>（不符合）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20350" y="6188015"/>
            <a:ext cx="2866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/>
              <a:t>1211-HPPC03-AT05</a:t>
            </a:r>
            <a:r>
              <a:rPr lang="zh-CN" altLang="en-US" sz="1400" b="1" dirty="0"/>
              <a:t>（符合要求）</a:t>
            </a:r>
          </a:p>
          <a:p>
            <a:endParaRPr lang="zh-CN" altLang="en-US" sz="14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726401" y="6188015"/>
            <a:ext cx="3405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/>
              <a:t>1211-HPPC03-AT06</a:t>
            </a:r>
            <a:r>
              <a:rPr lang="zh-CN" altLang="en-US" sz="1400" b="1" dirty="0"/>
              <a:t>（符合要求</a:t>
            </a:r>
            <a:r>
              <a:rPr lang="zh-CN" altLang="en-US" sz="1400" b="1" dirty="0" smtClean="0"/>
              <a:t>）</a:t>
            </a:r>
            <a:endParaRPr lang="zh-CN" altLang="en-US" sz="14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9742098" y="2398144"/>
            <a:ext cx="1627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 smtClean="0">
                <a:solidFill>
                  <a:srgbClr val="FF0000"/>
                </a:solidFill>
              </a:rPr>
              <a:t>PPQ</a:t>
            </a:r>
            <a:r>
              <a:rPr lang="zh-CN" altLang="en-US" sz="1400" b="1" dirty="0" smtClean="0">
                <a:solidFill>
                  <a:srgbClr val="FF0000"/>
                </a:solidFill>
              </a:rPr>
              <a:t>前完成整改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7228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31</Words>
  <Application>Microsoft Office PowerPoint</Application>
  <PresentationFormat>宽屏</PresentationFormat>
  <Paragraphs>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Helvetica Light</vt:lpstr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Chunpeng Hu16117</dc:creator>
  <cp:lastModifiedBy>Yanlong Li</cp:lastModifiedBy>
  <cp:revision>77</cp:revision>
  <dcterms:created xsi:type="dcterms:W3CDTF">2026-07-16T05:31:03Z</dcterms:created>
  <dcterms:modified xsi:type="dcterms:W3CDTF">2026-09-17T14:10:59Z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