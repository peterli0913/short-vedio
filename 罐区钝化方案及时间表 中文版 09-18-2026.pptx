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6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bookmarkIdSeed="2">
  <p:sldMasterIdLst>
    <p:sldMasterId id="2147483648" r:id="rId1"/>
    <p:sldMasterId id="2147483660" r:id="rId2"/>
    <p:sldMasterId id="2147483672" r:id="rId3"/>
    <p:sldMasterId id="2147483684" r:id="rId4"/>
    <p:sldMasterId id="2147483695" r:id="rId5"/>
    <p:sldMasterId id="2147483707" r:id="rId6"/>
    <p:sldMasterId id="2147483718" r:id="rId7"/>
    <p:sldMasterId id="2147483729" r:id="rId8"/>
    <p:sldMasterId id="2147483740" r:id="rId9"/>
    <p:sldMasterId id="2147483752" r:id="rId10"/>
    <p:sldMasterId id="2147483763" r:id="rId11"/>
    <p:sldMasterId id="2147483775" r:id="rId12"/>
    <p:sldMasterId id="2147483786" r:id="rId13"/>
    <p:sldMasterId id="2147483798" r:id="rId14"/>
    <p:sldMasterId id="2147483810" r:id="rId15"/>
    <p:sldMasterId id="2147483821" r:id="rId16"/>
    <p:sldMasterId id="2147483832" r:id="rId17"/>
    <p:sldMasterId id="2147483843" r:id="rId18"/>
    <p:sldMasterId id="2147483855" r:id="rId19"/>
    <p:sldMasterId id="2147483867" r:id="rId20"/>
    <p:sldMasterId id="2147483879" r:id="rId21"/>
    <p:sldMasterId id="2147483891" r:id="rId22"/>
    <p:sldMasterId id="2147483903" r:id="rId23"/>
    <p:sldMasterId id="2147483914" r:id="rId24"/>
    <p:sldMasterId id="2147483926" r:id="rId25"/>
  </p:sldMasterIdLst>
  <p:notesMasterIdLst>
    <p:notesMasterId r:id="rId28"/>
  </p:notesMasterIdLst>
  <p:sldIdLst>
    <p:sldId id="716" r:id="rId26"/>
    <p:sldId id="717" r:id="rId27"/>
    <p:sldId id="718" r:id="rId33"/>
    <p:sldId id="719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683">
          <p15:clr>
            <a:srgbClr val="A4A3A4"/>
          </p15:clr>
        </p15:guide>
        <p15:guide id="4" pos="3613">
          <p15:clr>
            <a:srgbClr val="A4A3A4"/>
          </p15:clr>
        </p15:guide>
        <p15:guide id="5" pos="4316">
          <p15:clr>
            <a:srgbClr val="A4A3A4"/>
          </p15:clr>
        </p15:guide>
        <p15:guide id="6" pos="5155">
          <p15:clr>
            <a:srgbClr val="A4A3A4"/>
          </p15:clr>
        </p15:guide>
        <p15:guide id="7" pos="5564">
          <p15:clr>
            <a:srgbClr val="A4A3A4"/>
          </p15:clr>
        </p15:guide>
        <p15:guide id="8" pos="6131">
          <p15:clr>
            <a:srgbClr val="A4A3A4"/>
          </p15:clr>
        </p15:guide>
        <p15:guide id="9" pos="674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CE4D6"/>
    <a:srgbClr val="EAEFF7"/>
    <a:srgbClr val="D2DEEF"/>
    <a:srgbClr val="00B050"/>
    <a:srgbClr val="C5E0B4"/>
    <a:srgbClr val="000000"/>
    <a:srgbClr val="CCFFCC"/>
    <a:srgbClr val="CCFF99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26" autoAdjust="0"/>
    <p:restoredTop sz="94713" autoAdjust="0"/>
  </p:normalViewPr>
  <p:slideViewPr>
    <p:cSldViewPr snapToGrid="0">
      <p:cViewPr varScale="1">
        <p:scale>
          <a:sx n="64" d="100"/>
          <a:sy n="64" d="100"/>
        </p:scale>
        <p:origin x="1056" y="52"/>
      </p:cViewPr>
      <p:guideLst>
        <p:guide orient="horz" pos="2160"/>
        <p:guide pos="3840"/>
        <p:guide pos="2683"/>
        <p:guide pos="3613"/>
        <p:guide pos="4316"/>
        <p:guide pos="5155"/>
        <p:guide pos="5564"/>
        <p:guide pos="6131"/>
        <p:guide pos="674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21" Type="http://schemas.openxmlformats.org/officeDocument/2006/relationships/slideMaster" Target="slideMasters/slideMaster21.xml"/><Relationship Id="rId22" Type="http://schemas.openxmlformats.org/officeDocument/2006/relationships/slideMaster" Target="slideMasters/slideMaster22.xml"/><Relationship Id="rId23" Type="http://schemas.openxmlformats.org/officeDocument/2006/relationships/slideMaster" Target="slideMasters/slideMaster23.xml"/><Relationship Id="rId24" Type="http://schemas.openxmlformats.org/officeDocument/2006/relationships/slideMaster" Target="slideMasters/slideMaster24.xml"/><Relationship Id="rId25" Type="http://schemas.openxmlformats.org/officeDocument/2006/relationships/slideMaster" Target="slideMasters/slideMaster25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3.xml"/><Relationship Id="rId34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5EE7A1-3875-437A-B05D-B2863332313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EB997C-3976-4E82-889B-21F328EE58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jpe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jpe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jpe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jpe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jpe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jpe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2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1.jpe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jpe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2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.jpe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jpe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.jpe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jpe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Relationship Id="rId2" Type="http://schemas.openxmlformats.org/officeDocument/2006/relationships/image" Target="../media/image1.jpe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Relationship Id="rId2" Type="http://schemas.openxmlformats.org/officeDocument/2006/relationships/image" Target="../media/image1.jpe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Relationship Id="rId2" Type="http://schemas.openxmlformats.org/officeDocument/2006/relationships/image" Target="../media/image1.jpe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Relationship Id="rId2" Type="http://schemas.openxmlformats.org/officeDocument/2006/relationships/image" Target="../media/image2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jpe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2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Relationship Id="rId2" Type="http://schemas.openxmlformats.org/officeDocument/2006/relationships/image" Target="../media/image1.jpe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Relationship Id="rId2" Type="http://schemas.openxmlformats.org/officeDocument/2006/relationships/image" Target="../media/image2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Relationship Id="rId2" Type="http://schemas.openxmlformats.org/officeDocument/2006/relationships/image" Target="../media/image1.jpe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Relationship Id="rId2" Type="http://schemas.openxmlformats.org/officeDocument/2006/relationships/image" Target="../media/image1.jpe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Relationship Id="rId2" Type="http://schemas.openxmlformats.org/officeDocument/2006/relationships/image" Target="../media/image2.png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Relationship Id="rId2" Type="http://schemas.openxmlformats.org/officeDocument/2006/relationships/image" Target="../media/image1.jpeg"/></Relationships>
</file>

<file path=ppt/slideLayouts/_rels/slideLayout2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Relationship Id="rId2" Type="http://schemas.openxmlformats.org/officeDocument/2006/relationships/image" Target="../media/image2.png"/></Relationships>
</file>

<file path=ppt/slideLayouts/_rels/slideLayout2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1.jpeg"/></Relationships>
</file>

<file path=ppt/slideLayouts/_rels/slideLayout2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6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6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7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7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7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8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7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7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8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 dirty="0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3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7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7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2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2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3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5" y="6596119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4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8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8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9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3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7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7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2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2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3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5" y="6596119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4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8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8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9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3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7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7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2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2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3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5" y="6596119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4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6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8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8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9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slideLayout" Target="../slideLayouts/slideLayout49.xml"/><Relationship Id="rId7" Type="http://schemas.openxmlformats.org/officeDocument/2006/relationships/slideLayout" Target="../slideLayouts/slideLayout50.xml"/><Relationship Id="rId8" Type="http://schemas.openxmlformats.org/officeDocument/2006/relationships/slideLayout" Target="../slideLayouts/slideLayout51.xml"/><Relationship Id="rId9" Type="http://schemas.openxmlformats.org/officeDocument/2006/relationships/slideLayout" Target="../slideLayouts/slideLayout52.xml"/><Relationship Id="rId10" Type="http://schemas.openxmlformats.org/officeDocument/2006/relationships/slideLayout" Target="../slideLayouts/slideLayout53.xml"/><Relationship Id="rId11" Type="http://schemas.openxmlformats.org/officeDocument/2006/relationships/slideLayout" Target="../slideLayouts/slideLayout54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slideLayout" Target="../slideLayouts/slideLayout61.xml"/><Relationship Id="rId8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4.xml"/><Relationship Id="rId11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slideLayout" Target="../slideLayouts/slideLayout67.xml"/><Relationship Id="rId4" Type="http://schemas.openxmlformats.org/officeDocument/2006/relationships/slideLayout" Target="../slideLayouts/slideLayout68.xml"/><Relationship Id="rId5" Type="http://schemas.openxmlformats.org/officeDocument/2006/relationships/slideLayout" Target="../slideLayouts/slideLayout69.xml"/><Relationship Id="rId6" Type="http://schemas.openxmlformats.org/officeDocument/2006/relationships/slideLayout" Target="../slideLayouts/slideLayout70.xml"/><Relationship Id="rId7" Type="http://schemas.openxmlformats.org/officeDocument/2006/relationships/slideLayout" Target="../slideLayouts/slideLayout71.xml"/><Relationship Id="rId8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74.xml"/><Relationship Id="rId11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1.xml"/><Relationship Id="rId8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4.xml"/><Relationship Id="rId11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slideLayout" Target="../slideLayouts/slideLayout107.xml"/><Relationship Id="rId3" Type="http://schemas.openxmlformats.org/officeDocument/2006/relationships/slideLayout" Target="../slideLayouts/slideLayout108.xml"/><Relationship Id="rId4" Type="http://schemas.openxmlformats.org/officeDocument/2006/relationships/slideLayout" Target="../slideLayouts/slideLayout109.xml"/><Relationship Id="rId5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1.xml"/><Relationship Id="rId7" Type="http://schemas.openxmlformats.org/officeDocument/2006/relationships/slideLayout" Target="../slideLayouts/slideLayout112.xml"/><Relationship Id="rId8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16.xml"/><Relationship Id="rId1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slideLayout" Target="../slideLayouts/slideLayout118.xml"/><Relationship Id="rId3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21.xml"/><Relationship Id="rId6" Type="http://schemas.openxmlformats.org/officeDocument/2006/relationships/slideLayout" Target="../slideLayouts/slideLayout122.xml"/><Relationship Id="rId7" Type="http://schemas.openxmlformats.org/officeDocument/2006/relationships/slideLayout" Target="../slideLayouts/slideLayout123.xml"/><Relationship Id="rId8" Type="http://schemas.openxmlformats.org/officeDocument/2006/relationships/slideLayout" Target="../slideLayouts/slideLayout124.xml"/><Relationship Id="rId9" Type="http://schemas.openxmlformats.org/officeDocument/2006/relationships/slideLayout" Target="../slideLayouts/slideLayout125.xml"/><Relationship Id="rId10" Type="http://schemas.openxmlformats.org/officeDocument/2006/relationships/slideLayout" Target="../slideLayouts/slideLayout126.xml"/><Relationship Id="rId11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slideLayout" Target="../slideLayouts/slideLayout128.xml"/><Relationship Id="rId3" Type="http://schemas.openxmlformats.org/officeDocument/2006/relationships/slideLayout" Target="../slideLayouts/slideLayout129.xml"/><Relationship Id="rId4" Type="http://schemas.openxmlformats.org/officeDocument/2006/relationships/slideLayout" Target="../slideLayouts/slideLayout130.xml"/><Relationship Id="rId5" Type="http://schemas.openxmlformats.org/officeDocument/2006/relationships/slideLayout" Target="../slideLayouts/slideLayout131.xml"/><Relationship Id="rId6" Type="http://schemas.openxmlformats.org/officeDocument/2006/relationships/slideLayout" Target="../slideLayouts/slideLayout132.xml"/><Relationship Id="rId7" Type="http://schemas.openxmlformats.org/officeDocument/2006/relationships/slideLayout" Target="../slideLayouts/slideLayout133.xml"/><Relationship Id="rId8" Type="http://schemas.openxmlformats.org/officeDocument/2006/relationships/slideLayout" Target="../slideLayouts/slideLayout134.xml"/><Relationship Id="rId9" Type="http://schemas.openxmlformats.org/officeDocument/2006/relationships/slideLayout" Target="../slideLayouts/slideLayout135.xml"/><Relationship Id="rId10" Type="http://schemas.openxmlformats.org/officeDocument/2006/relationships/slideLayout" Target="../slideLayouts/slideLayout136.xml"/><Relationship Id="rId11" Type="http://schemas.openxmlformats.org/officeDocument/2006/relationships/slideLayout" Target="../slideLayouts/slideLayout137.xml"/><Relationship Id="rId12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slideLayout" Target="../slideLayouts/slideLayout139.xml"/><Relationship Id="rId3" Type="http://schemas.openxmlformats.org/officeDocument/2006/relationships/slideLayout" Target="../slideLayouts/slideLayout140.xml"/><Relationship Id="rId4" Type="http://schemas.openxmlformats.org/officeDocument/2006/relationships/slideLayout" Target="../slideLayouts/slideLayout141.xml"/><Relationship Id="rId5" Type="http://schemas.openxmlformats.org/officeDocument/2006/relationships/slideLayout" Target="../slideLayouts/slideLayout142.xml"/><Relationship Id="rId6" Type="http://schemas.openxmlformats.org/officeDocument/2006/relationships/slideLayout" Target="../slideLayouts/slideLayout143.xml"/><Relationship Id="rId7" Type="http://schemas.openxmlformats.org/officeDocument/2006/relationships/slideLayout" Target="../slideLayouts/slideLayout144.xml"/><Relationship Id="rId8" Type="http://schemas.openxmlformats.org/officeDocument/2006/relationships/slideLayout" Target="../slideLayouts/slideLayout145.xml"/><Relationship Id="rId9" Type="http://schemas.openxmlformats.org/officeDocument/2006/relationships/slideLayout" Target="../slideLayouts/slideLayout146.xml"/><Relationship Id="rId10" Type="http://schemas.openxmlformats.org/officeDocument/2006/relationships/slideLayout" Target="../slideLayouts/slideLayout147.xml"/><Relationship Id="rId11" Type="http://schemas.openxmlformats.org/officeDocument/2006/relationships/slideLayout" Target="../slideLayouts/slideLayout148.xml"/><Relationship Id="rId12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slideLayout" Target="../slideLayouts/slideLayout150.xml"/><Relationship Id="rId3" Type="http://schemas.openxmlformats.org/officeDocument/2006/relationships/slideLayout" Target="../slideLayouts/slideLayout151.xml"/><Relationship Id="rId4" Type="http://schemas.openxmlformats.org/officeDocument/2006/relationships/slideLayout" Target="../slideLayouts/slideLayout152.xml"/><Relationship Id="rId5" Type="http://schemas.openxmlformats.org/officeDocument/2006/relationships/slideLayout" Target="../slideLayouts/slideLayout153.xml"/><Relationship Id="rId6" Type="http://schemas.openxmlformats.org/officeDocument/2006/relationships/slideLayout" Target="../slideLayouts/slideLayout154.xml"/><Relationship Id="rId7" Type="http://schemas.openxmlformats.org/officeDocument/2006/relationships/slideLayout" Target="../slideLayouts/slideLayout155.xml"/><Relationship Id="rId8" Type="http://schemas.openxmlformats.org/officeDocument/2006/relationships/slideLayout" Target="../slideLayouts/slideLayout156.xml"/><Relationship Id="rId9" Type="http://schemas.openxmlformats.org/officeDocument/2006/relationships/slideLayout" Target="../slideLayouts/slideLayout157.xml"/><Relationship Id="rId10" Type="http://schemas.openxmlformats.org/officeDocument/2006/relationships/slideLayout" Target="../slideLayouts/slideLayout158.xml"/><Relationship Id="rId11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slideLayout" Target="../slideLayouts/slideLayout160.xml"/><Relationship Id="rId3" Type="http://schemas.openxmlformats.org/officeDocument/2006/relationships/slideLayout" Target="../slideLayouts/slideLayout161.xml"/><Relationship Id="rId4" Type="http://schemas.openxmlformats.org/officeDocument/2006/relationships/slideLayout" Target="../slideLayouts/slideLayout162.xml"/><Relationship Id="rId5" Type="http://schemas.openxmlformats.org/officeDocument/2006/relationships/slideLayout" Target="../slideLayouts/slideLayout163.xml"/><Relationship Id="rId6" Type="http://schemas.openxmlformats.org/officeDocument/2006/relationships/slideLayout" Target="../slideLayouts/slideLayout164.xml"/><Relationship Id="rId7" Type="http://schemas.openxmlformats.org/officeDocument/2006/relationships/slideLayout" Target="../slideLayouts/slideLayout165.xml"/><Relationship Id="rId8" Type="http://schemas.openxmlformats.org/officeDocument/2006/relationships/slideLayout" Target="../slideLayouts/slideLayout166.xml"/><Relationship Id="rId9" Type="http://schemas.openxmlformats.org/officeDocument/2006/relationships/slideLayout" Target="../slideLayouts/slideLayout167.xml"/><Relationship Id="rId10" Type="http://schemas.openxmlformats.org/officeDocument/2006/relationships/slideLayout" Target="../slideLayouts/slideLayout168.xml"/><Relationship Id="rId11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slideLayout" Target="../slideLayouts/slideLayout170.xml"/><Relationship Id="rId3" Type="http://schemas.openxmlformats.org/officeDocument/2006/relationships/slideLayout" Target="../slideLayouts/slideLayout171.xml"/><Relationship Id="rId4" Type="http://schemas.openxmlformats.org/officeDocument/2006/relationships/slideLayout" Target="../slideLayouts/slideLayout172.xml"/><Relationship Id="rId5" Type="http://schemas.openxmlformats.org/officeDocument/2006/relationships/slideLayout" Target="../slideLayouts/slideLayout173.xml"/><Relationship Id="rId6" Type="http://schemas.openxmlformats.org/officeDocument/2006/relationships/slideLayout" Target="../slideLayouts/slideLayout174.xml"/><Relationship Id="rId7" Type="http://schemas.openxmlformats.org/officeDocument/2006/relationships/slideLayout" Target="../slideLayouts/slideLayout175.xml"/><Relationship Id="rId8" Type="http://schemas.openxmlformats.org/officeDocument/2006/relationships/slideLayout" Target="../slideLayouts/slideLayout176.xml"/><Relationship Id="rId9" Type="http://schemas.openxmlformats.org/officeDocument/2006/relationships/slideLayout" Target="../slideLayouts/slideLayout177.xml"/><Relationship Id="rId10" Type="http://schemas.openxmlformats.org/officeDocument/2006/relationships/slideLayout" Target="../slideLayouts/slideLayout178.xml"/><Relationship Id="rId11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slideLayout" Target="../slideLayouts/slideLayout180.xml"/><Relationship Id="rId3" Type="http://schemas.openxmlformats.org/officeDocument/2006/relationships/slideLayout" Target="../slideLayouts/slideLayout181.xml"/><Relationship Id="rId4" Type="http://schemas.openxmlformats.org/officeDocument/2006/relationships/slideLayout" Target="../slideLayouts/slideLayout182.xml"/><Relationship Id="rId5" Type="http://schemas.openxmlformats.org/officeDocument/2006/relationships/slideLayout" Target="../slideLayouts/slideLayout183.xml"/><Relationship Id="rId6" Type="http://schemas.openxmlformats.org/officeDocument/2006/relationships/slideLayout" Target="../slideLayouts/slideLayout184.xml"/><Relationship Id="rId7" Type="http://schemas.openxmlformats.org/officeDocument/2006/relationships/slideLayout" Target="../slideLayouts/slideLayout185.xml"/><Relationship Id="rId8" Type="http://schemas.openxmlformats.org/officeDocument/2006/relationships/slideLayout" Target="../slideLayouts/slideLayout186.xml"/><Relationship Id="rId9" Type="http://schemas.openxmlformats.org/officeDocument/2006/relationships/slideLayout" Target="../slideLayouts/slideLayout187.xml"/><Relationship Id="rId10" Type="http://schemas.openxmlformats.org/officeDocument/2006/relationships/slideLayout" Target="../slideLayouts/slideLayout188.xml"/><Relationship Id="rId11" Type="http://schemas.openxmlformats.org/officeDocument/2006/relationships/slideLayout" Target="../slideLayouts/slideLayout189.xml"/><Relationship Id="rId12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0.xml"/><Relationship Id="rId2" Type="http://schemas.openxmlformats.org/officeDocument/2006/relationships/slideLayout" Target="../slideLayouts/slideLayout191.xml"/><Relationship Id="rId3" Type="http://schemas.openxmlformats.org/officeDocument/2006/relationships/slideLayout" Target="../slideLayouts/slideLayout192.xml"/><Relationship Id="rId4" Type="http://schemas.openxmlformats.org/officeDocument/2006/relationships/slideLayout" Target="../slideLayouts/slideLayout193.xml"/><Relationship Id="rId5" Type="http://schemas.openxmlformats.org/officeDocument/2006/relationships/slideLayout" Target="../slideLayouts/slideLayout194.xml"/><Relationship Id="rId6" Type="http://schemas.openxmlformats.org/officeDocument/2006/relationships/slideLayout" Target="../slideLayouts/slideLayout195.xml"/><Relationship Id="rId7" Type="http://schemas.openxmlformats.org/officeDocument/2006/relationships/slideLayout" Target="../slideLayouts/slideLayout196.xml"/><Relationship Id="rId8" Type="http://schemas.openxmlformats.org/officeDocument/2006/relationships/slideLayout" Target="../slideLayouts/slideLayout197.xml"/><Relationship Id="rId9" Type="http://schemas.openxmlformats.org/officeDocument/2006/relationships/slideLayout" Target="../slideLayouts/slideLayout198.xml"/><Relationship Id="rId10" Type="http://schemas.openxmlformats.org/officeDocument/2006/relationships/slideLayout" Target="../slideLayouts/slideLayout199.xml"/><Relationship Id="rId11" Type="http://schemas.openxmlformats.org/officeDocument/2006/relationships/slideLayout" Target="../slideLayouts/slideLayout200.xml"/><Relationship Id="rId12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1.xml"/><Relationship Id="rId2" Type="http://schemas.openxmlformats.org/officeDocument/2006/relationships/slideLayout" Target="../slideLayouts/slideLayout202.xml"/><Relationship Id="rId3" Type="http://schemas.openxmlformats.org/officeDocument/2006/relationships/slideLayout" Target="../slideLayouts/slideLayout203.xml"/><Relationship Id="rId4" Type="http://schemas.openxmlformats.org/officeDocument/2006/relationships/slideLayout" Target="../slideLayouts/slideLayout204.xml"/><Relationship Id="rId5" Type="http://schemas.openxmlformats.org/officeDocument/2006/relationships/slideLayout" Target="../slideLayouts/slideLayout205.xml"/><Relationship Id="rId6" Type="http://schemas.openxmlformats.org/officeDocument/2006/relationships/slideLayout" Target="../slideLayouts/slideLayout206.xml"/><Relationship Id="rId7" Type="http://schemas.openxmlformats.org/officeDocument/2006/relationships/slideLayout" Target="../slideLayouts/slideLayout207.xml"/><Relationship Id="rId8" Type="http://schemas.openxmlformats.org/officeDocument/2006/relationships/slideLayout" Target="../slideLayouts/slideLayout208.xml"/><Relationship Id="rId9" Type="http://schemas.openxmlformats.org/officeDocument/2006/relationships/slideLayout" Target="../slideLayouts/slideLayout209.xml"/><Relationship Id="rId10" Type="http://schemas.openxmlformats.org/officeDocument/2006/relationships/slideLayout" Target="../slideLayouts/slideLayout210.xml"/><Relationship Id="rId11" Type="http://schemas.openxmlformats.org/officeDocument/2006/relationships/slideLayout" Target="../slideLayouts/slideLayout211.xml"/><Relationship Id="rId12" Type="http://schemas.openxmlformats.org/officeDocument/2006/relationships/theme" Target="../theme/theme20.xml"/></Relationships>
</file>

<file path=ppt/slideMasters/_rels/slideMaster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2.xml"/><Relationship Id="rId2" Type="http://schemas.openxmlformats.org/officeDocument/2006/relationships/slideLayout" Target="../slideLayouts/slideLayout213.xml"/><Relationship Id="rId3" Type="http://schemas.openxmlformats.org/officeDocument/2006/relationships/slideLayout" Target="../slideLayouts/slideLayout214.xml"/><Relationship Id="rId4" Type="http://schemas.openxmlformats.org/officeDocument/2006/relationships/slideLayout" Target="../slideLayouts/slideLayout215.xml"/><Relationship Id="rId5" Type="http://schemas.openxmlformats.org/officeDocument/2006/relationships/slideLayout" Target="../slideLayouts/slideLayout216.xml"/><Relationship Id="rId6" Type="http://schemas.openxmlformats.org/officeDocument/2006/relationships/slideLayout" Target="../slideLayouts/slideLayout217.xml"/><Relationship Id="rId7" Type="http://schemas.openxmlformats.org/officeDocument/2006/relationships/slideLayout" Target="../slideLayouts/slideLayout218.xml"/><Relationship Id="rId8" Type="http://schemas.openxmlformats.org/officeDocument/2006/relationships/slideLayout" Target="../slideLayouts/slideLayout219.xml"/><Relationship Id="rId9" Type="http://schemas.openxmlformats.org/officeDocument/2006/relationships/slideLayout" Target="../slideLayouts/slideLayout220.xml"/><Relationship Id="rId10" Type="http://schemas.openxmlformats.org/officeDocument/2006/relationships/slideLayout" Target="../slideLayouts/slideLayout221.xml"/><Relationship Id="rId11" Type="http://schemas.openxmlformats.org/officeDocument/2006/relationships/slideLayout" Target="../slideLayouts/slideLayout222.xml"/><Relationship Id="rId12" Type="http://schemas.openxmlformats.org/officeDocument/2006/relationships/theme" Target="../theme/theme21.xml"/></Relationships>
</file>

<file path=ppt/slideMasters/_rels/slideMaster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3.xml"/><Relationship Id="rId2" Type="http://schemas.openxmlformats.org/officeDocument/2006/relationships/slideLayout" Target="../slideLayouts/slideLayout224.xml"/><Relationship Id="rId3" Type="http://schemas.openxmlformats.org/officeDocument/2006/relationships/slideLayout" Target="../slideLayouts/slideLayout225.xml"/><Relationship Id="rId4" Type="http://schemas.openxmlformats.org/officeDocument/2006/relationships/slideLayout" Target="../slideLayouts/slideLayout226.xml"/><Relationship Id="rId5" Type="http://schemas.openxmlformats.org/officeDocument/2006/relationships/slideLayout" Target="../slideLayouts/slideLayout227.xml"/><Relationship Id="rId6" Type="http://schemas.openxmlformats.org/officeDocument/2006/relationships/slideLayout" Target="../slideLayouts/slideLayout228.xml"/><Relationship Id="rId7" Type="http://schemas.openxmlformats.org/officeDocument/2006/relationships/slideLayout" Target="../slideLayouts/slideLayout229.xml"/><Relationship Id="rId8" Type="http://schemas.openxmlformats.org/officeDocument/2006/relationships/slideLayout" Target="../slideLayouts/slideLayout230.xml"/><Relationship Id="rId9" Type="http://schemas.openxmlformats.org/officeDocument/2006/relationships/slideLayout" Target="../slideLayouts/slideLayout231.xml"/><Relationship Id="rId10" Type="http://schemas.openxmlformats.org/officeDocument/2006/relationships/slideLayout" Target="../slideLayouts/slideLayout232.xml"/><Relationship Id="rId11" Type="http://schemas.openxmlformats.org/officeDocument/2006/relationships/slideLayout" Target="../slideLayouts/slideLayout233.xml"/><Relationship Id="rId12" Type="http://schemas.openxmlformats.org/officeDocument/2006/relationships/theme" Target="../theme/theme22.xml"/></Relationships>
</file>

<file path=ppt/slideMasters/_rels/slideMaster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4.xml"/><Relationship Id="rId2" Type="http://schemas.openxmlformats.org/officeDocument/2006/relationships/slideLayout" Target="../slideLayouts/slideLayout235.xml"/><Relationship Id="rId3" Type="http://schemas.openxmlformats.org/officeDocument/2006/relationships/slideLayout" Target="../slideLayouts/slideLayout236.xml"/><Relationship Id="rId4" Type="http://schemas.openxmlformats.org/officeDocument/2006/relationships/slideLayout" Target="../slideLayouts/slideLayout237.xml"/><Relationship Id="rId5" Type="http://schemas.openxmlformats.org/officeDocument/2006/relationships/slideLayout" Target="../slideLayouts/slideLayout238.xml"/><Relationship Id="rId6" Type="http://schemas.openxmlformats.org/officeDocument/2006/relationships/slideLayout" Target="../slideLayouts/slideLayout239.xml"/><Relationship Id="rId7" Type="http://schemas.openxmlformats.org/officeDocument/2006/relationships/slideLayout" Target="../slideLayouts/slideLayout240.xml"/><Relationship Id="rId8" Type="http://schemas.openxmlformats.org/officeDocument/2006/relationships/slideLayout" Target="../slideLayouts/slideLayout241.xml"/><Relationship Id="rId9" Type="http://schemas.openxmlformats.org/officeDocument/2006/relationships/slideLayout" Target="../slideLayouts/slideLayout242.xml"/><Relationship Id="rId10" Type="http://schemas.openxmlformats.org/officeDocument/2006/relationships/slideLayout" Target="../slideLayouts/slideLayout243.xml"/><Relationship Id="rId11" Type="http://schemas.openxmlformats.org/officeDocument/2006/relationships/theme" Target="../theme/theme23.xml"/></Relationships>
</file>

<file path=ppt/slideMasters/_rels/slideMaster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4.xml"/><Relationship Id="rId2" Type="http://schemas.openxmlformats.org/officeDocument/2006/relationships/slideLayout" Target="../slideLayouts/slideLayout245.xml"/><Relationship Id="rId3" Type="http://schemas.openxmlformats.org/officeDocument/2006/relationships/slideLayout" Target="../slideLayouts/slideLayout246.xml"/><Relationship Id="rId4" Type="http://schemas.openxmlformats.org/officeDocument/2006/relationships/slideLayout" Target="../slideLayouts/slideLayout247.xml"/><Relationship Id="rId5" Type="http://schemas.openxmlformats.org/officeDocument/2006/relationships/slideLayout" Target="../slideLayouts/slideLayout248.xml"/><Relationship Id="rId6" Type="http://schemas.openxmlformats.org/officeDocument/2006/relationships/slideLayout" Target="../slideLayouts/slideLayout249.xml"/><Relationship Id="rId7" Type="http://schemas.openxmlformats.org/officeDocument/2006/relationships/slideLayout" Target="../slideLayouts/slideLayout250.xml"/><Relationship Id="rId8" Type="http://schemas.openxmlformats.org/officeDocument/2006/relationships/slideLayout" Target="../slideLayouts/slideLayout251.xml"/><Relationship Id="rId9" Type="http://schemas.openxmlformats.org/officeDocument/2006/relationships/slideLayout" Target="../slideLayouts/slideLayout252.xml"/><Relationship Id="rId10" Type="http://schemas.openxmlformats.org/officeDocument/2006/relationships/slideLayout" Target="../slideLayouts/slideLayout253.xml"/><Relationship Id="rId11" Type="http://schemas.openxmlformats.org/officeDocument/2006/relationships/slideLayout" Target="../slideLayouts/slideLayout254.xml"/><Relationship Id="rId12" Type="http://schemas.openxmlformats.org/officeDocument/2006/relationships/theme" Target="../theme/theme24.xml"/></Relationships>
</file>

<file path=ppt/slideMasters/_rels/slideMaster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5.xml"/><Relationship Id="rId2" Type="http://schemas.openxmlformats.org/officeDocument/2006/relationships/slideLayout" Target="../slideLayouts/slideLayout256.xml"/><Relationship Id="rId3" Type="http://schemas.openxmlformats.org/officeDocument/2006/relationships/slideLayout" Target="../slideLayouts/slideLayout257.xml"/><Relationship Id="rId4" Type="http://schemas.openxmlformats.org/officeDocument/2006/relationships/slideLayout" Target="../slideLayouts/slideLayout258.xml"/><Relationship Id="rId5" Type="http://schemas.openxmlformats.org/officeDocument/2006/relationships/slideLayout" Target="../slideLayouts/slideLayout259.xml"/><Relationship Id="rId6" Type="http://schemas.openxmlformats.org/officeDocument/2006/relationships/slideLayout" Target="../slideLayouts/slideLayout260.xml"/><Relationship Id="rId7" Type="http://schemas.openxmlformats.org/officeDocument/2006/relationships/slideLayout" Target="../slideLayouts/slideLayout261.xml"/><Relationship Id="rId8" Type="http://schemas.openxmlformats.org/officeDocument/2006/relationships/slideLayout" Target="../slideLayouts/slideLayout262.xml"/><Relationship Id="rId9" Type="http://schemas.openxmlformats.org/officeDocument/2006/relationships/slideLayout" Target="../slideLayouts/slideLayout263.xml"/><Relationship Id="rId10" Type="http://schemas.openxmlformats.org/officeDocument/2006/relationships/slideLayout" Target="../slideLayouts/slideLayout264.xml"/><Relationship Id="rId11" Type="http://schemas.openxmlformats.org/officeDocument/2006/relationships/slideLayout" Target="../slideLayouts/slideLayout265.xml"/><Relationship Id="rId12" Type="http://schemas.openxmlformats.org/officeDocument/2006/relationships/theme" Target="../theme/theme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6" r:id="rId1"/>
    <p:sldLayoutId id="2147483777" r:id="rId2"/>
    <p:sldLayoutId id="2147483778" r:id="rId3"/>
    <p:sldLayoutId id="2147483779" r:id="rId4"/>
    <p:sldLayoutId id="2147483780" r:id="rId5"/>
    <p:sldLayoutId id="2147483781" r:id="rId6"/>
    <p:sldLayoutId id="2147483782" r:id="rId7"/>
    <p:sldLayoutId id="2147483783" r:id="rId8"/>
    <p:sldLayoutId id="2147483784" r:id="rId9"/>
    <p:sldLayoutId id="2147483785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68" r:id="rId1"/>
    <p:sldLayoutId id="2147483869" r:id="rId2"/>
    <p:sldLayoutId id="2147483870" r:id="rId3"/>
    <p:sldLayoutId id="2147483871" r:id="rId4"/>
    <p:sldLayoutId id="2147483872" r:id="rId5"/>
    <p:sldLayoutId id="2147483873" r:id="rId6"/>
    <p:sldLayoutId id="2147483874" r:id="rId7"/>
    <p:sldLayoutId id="2147483875" r:id="rId8"/>
    <p:sldLayoutId id="2147483876" r:id="rId9"/>
    <p:sldLayoutId id="2147483877" r:id="rId10"/>
    <p:sldLayoutId id="2147483878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0" r:id="rId1"/>
    <p:sldLayoutId id="2147483881" r:id="rId2"/>
    <p:sldLayoutId id="2147483882" r:id="rId3"/>
    <p:sldLayoutId id="2147483883" r:id="rId4"/>
    <p:sldLayoutId id="2147483884" r:id="rId5"/>
    <p:sldLayoutId id="2147483885" r:id="rId6"/>
    <p:sldLayoutId id="2147483886" r:id="rId7"/>
    <p:sldLayoutId id="2147483887" r:id="rId8"/>
    <p:sldLayoutId id="2147483888" r:id="rId9"/>
    <p:sldLayoutId id="2147483889" r:id="rId10"/>
    <p:sldLayoutId id="2147483890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5" r:id="rId2"/>
    <p:sldLayoutId id="2147483906" r:id="rId3"/>
    <p:sldLayoutId id="2147483907" r:id="rId4"/>
    <p:sldLayoutId id="2147483908" r:id="rId5"/>
    <p:sldLayoutId id="2147483909" r:id="rId6"/>
    <p:sldLayoutId id="2147483910" r:id="rId7"/>
    <p:sldLayoutId id="2147483911" r:id="rId8"/>
    <p:sldLayoutId id="2147483912" r:id="rId9"/>
    <p:sldLayoutId id="2147483913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5" r:id="rId1"/>
    <p:sldLayoutId id="2147483916" r:id="rId2"/>
    <p:sldLayoutId id="2147483917" r:id="rId3"/>
    <p:sldLayoutId id="2147483918" r:id="rId4"/>
    <p:sldLayoutId id="2147483919" r:id="rId5"/>
    <p:sldLayoutId id="2147483920" r:id="rId6"/>
    <p:sldLayoutId id="2147483921" r:id="rId7"/>
    <p:sldLayoutId id="2147483922" r:id="rId8"/>
    <p:sldLayoutId id="2147483923" r:id="rId9"/>
    <p:sldLayoutId id="2147483924" r:id="rId10"/>
    <p:sldLayoutId id="2147483925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7" r:id="rId1"/>
    <p:sldLayoutId id="2147483928" r:id="rId2"/>
    <p:sldLayoutId id="2147483929" r:id="rId3"/>
    <p:sldLayoutId id="2147483930" r:id="rId4"/>
    <p:sldLayoutId id="2147483931" r:id="rId5"/>
    <p:sldLayoutId id="2147483932" r:id="rId6"/>
    <p:sldLayoutId id="2147483933" r:id="rId7"/>
    <p:sldLayoutId id="2147483934" r:id="rId8"/>
    <p:sldLayoutId id="2147483935" r:id="rId9"/>
    <p:sldLayoutId id="2147483936" r:id="rId10"/>
    <p:sldLayoutId id="2147483937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zh-CN" smtClean="0"/>
              <a:t>-</a:t>
            </a:r>
            <a:fld id="{FAEDECE0-B3E3-4E93-9B91-9F10B30F5B07}" type="slidenum">
              <a:rPr lang="en-US" altLang="zh-CN" smtClean="0"/>
              <a:t>1</a:t>
            </a:fld>
            <a:r>
              <a:rPr lang="en-US" altLang="zh-CN" smtClean="0"/>
              <a:t>-</a:t>
            </a:r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7343934" y="505934"/>
            <a:ext cx="46560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</a:rPr>
              <a:t>设备系列钝化时间表</a:t>
            </a:r>
            <a:r>
              <a:rPr lang="en-US" altLang="zh-CN" b="1" dirty="0" smtClean="0">
                <a:solidFill>
                  <a:srgbClr val="002060"/>
                </a:solidFill>
              </a:rPr>
              <a:t/>
            </a:r>
            <a:endParaRPr lang="zh-CN" altLang="en-US" b="1" dirty="0">
              <a:solidFill>
                <a:srgbClr val="002060"/>
              </a:solidFill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027589"/>
              </p:ext>
            </p:extLst>
          </p:nvPr>
        </p:nvGraphicFramePr>
        <p:xfrm>
          <a:off x="657682" y="1379481"/>
          <a:ext cx="10700590" cy="36795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768">
                  <a:extLst>
                    <a:ext uri="{9D8B030D-6E8A-4147-A177-3AD203B41FA5}">
                      <a16:colId xmlns:a16="http://schemas.microsoft.com/office/drawing/2014/main" val="702991439"/>
                    </a:ext>
                  </a:extLst>
                </a:gridCol>
                <a:gridCol w="1095829">
                  <a:extLst>
                    <a:ext uri="{9D8B030D-6E8A-4147-A177-3AD203B41FA5}">
                      <a16:colId xmlns:a16="http://schemas.microsoft.com/office/drawing/2014/main" val="970268549"/>
                    </a:ext>
                  </a:extLst>
                </a:gridCol>
                <a:gridCol w="2520034">
                  <a:extLst>
                    <a:ext uri="{9D8B030D-6E8A-4147-A177-3AD203B41FA5}">
                      <a16:colId xmlns:a16="http://schemas.microsoft.com/office/drawing/2014/main" val="158641279"/>
                    </a:ext>
                  </a:extLst>
                </a:gridCol>
                <a:gridCol w="2568620">
                  <a:extLst>
                    <a:ext uri="{9D8B030D-6E8A-4147-A177-3AD203B41FA5}">
                      <a16:colId xmlns:a16="http://schemas.microsoft.com/office/drawing/2014/main" val="2381673757"/>
                    </a:ext>
                  </a:extLst>
                </a:gridCol>
                <a:gridCol w="2321339">
                  <a:extLst>
                    <a:ext uri="{9D8B030D-6E8A-4147-A177-3AD203B41FA5}">
                      <a16:colId xmlns:a16="http://schemas.microsoft.com/office/drawing/2014/main" val="1256024133"/>
                    </a:ext>
                  </a:extLst>
                </a:gridCol>
              </a:tblGrid>
              <a:tr h="438318">
                <a:tc>
                  <a:txBody>
                    <a:bodyPr/>
                    <a:lstStyle/>
                    <a:p>
                      <a:pPr algn="ctr"/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步骤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钝化完成日期</a:t>
                      </a:r>
                      <a:r>
                        <a:rPr lang="en-US" altLang="zh-CN" sz="1400" baseline="0" dirty="0" smtClean="0"/>
                        <a:t/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溶剂试车完成日期</a:t>
                      </a:r>
                      <a:r>
                        <a:rPr lang="zh-CN" altLang="en-US" sz="1400" baseline="0" dirty="0" smtClean="0"/>
                        <a:t/>
                      </a:r>
                      <a:r>
                        <a:rPr lang="en-US" altLang="zh-CN" sz="1400" baseline="0" dirty="0" smtClean="0"/>
                        <a:t/>
                      </a:r>
                      <a:endParaRPr lang="en-US" altLang="zh-CN" sz="14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设备可用日期</a:t>
                      </a:r>
                      <a:r>
                        <a:rPr lang="en-US" altLang="zh-CN" sz="1400" dirty="0" smtClean="0"/>
                        <a:t/>
                      </a:r>
                      <a:r>
                        <a:rPr lang="en-US" altLang="zh-CN" sz="1400" dirty="0" smtClean="0"/>
                        <a:t/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0427453"/>
                  </a:ext>
                </a:extLst>
              </a:tr>
              <a:tr h="267778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L1</a:t>
                      </a:r>
                    </a:p>
                    <a:p>
                      <a:pPr algn="ctr"/>
                      <a:r>
                        <a:rPr lang="en-US" altLang="zh-CN" sz="1400" dirty="0" smtClean="0"/>
                        <a:t>140019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09/22/2026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09/24/2026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09/25/2026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151419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10/05/2026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10/08/2026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3591690"/>
                  </a:ext>
                </a:extLst>
              </a:tr>
              <a:tr h="267778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L2</a:t>
                      </a:r>
                    </a:p>
                    <a:p>
                      <a:pPr algn="ctr"/>
                      <a:r>
                        <a:rPr lang="en-US" altLang="zh-CN" sz="1400" dirty="0" smtClean="0"/>
                        <a:t>140020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smtClean="0"/>
                        <a:t>09/22/2026</a:t>
                      </a:r>
                      <a:endParaRPr lang="zh-CN" altLang="en-US" sz="14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09/23/2026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6714660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smtClean="0"/>
                        <a:t>10/05/2026</a:t>
                      </a:r>
                      <a:endParaRPr lang="zh-CN" altLang="en-US" sz="14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10/08/2026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6048573"/>
                  </a:ext>
                </a:extLst>
              </a:tr>
              <a:tr h="267778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L3</a:t>
                      </a:r>
                    </a:p>
                    <a:p>
                      <a:pPr algn="ctr"/>
                      <a:r>
                        <a:rPr lang="en-US" altLang="zh-CN" sz="1400" dirty="0" smtClean="0"/>
                        <a:t>140021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09/19/2026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09/21/2026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09/22/2026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1835233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10/05/2026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10/08/2026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6550790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3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10/05/2026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10/10/2026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9682449"/>
                  </a:ext>
                </a:extLst>
              </a:tr>
              <a:tr h="267778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GG917</a:t>
                      </a:r>
                    </a:p>
                    <a:p>
                      <a:pPr algn="ctr"/>
                      <a:r>
                        <a:rPr lang="en-US" altLang="zh-CN" sz="1400" dirty="0" smtClean="0"/>
                        <a:t>139788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09/21/2026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09/24/2026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smtClean="0"/>
                        <a:t>09/26/2026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6738695"/>
                  </a:ext>
                </a:extLst>
              </a:tr>
              <a:tr h="418174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预计 10 月中旬完成。</a:t>
                      </a:r>
                      <a:endParaRPr lang="zh-CN" alt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996541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3</a:t>
                      </a:r>
                      <a:endParaRPr lang="zh-CN" altLang="en-US" sz="1400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smtClean="0"/>
                        <a:t>所有设备已完成钝化。</a:t>
                      </a:r>
                      <a:endParaRPr kumimoji="0" lang="zh-CN" altLang="en-US" sz="14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4654858"/>
                  </a:ext>
                </a:extLst>
              </a:tr>
            </a:tbl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657682" y="5230128"/>
            <a:ext cx="1070059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smtClean="0"/>
              <a:t>合成仪、裂解反应器、不锈钢反应釜及 AFD 主体的钝化已由设备制造商完成。</a:t>
            </a:r>
            <a:r>
              <a:rPr lang="en-US" altLang="zh-CN" sz="1600" dirty="0"/>
              <a:t/>
            </a:r>
            <a:r>
              <a:rPr lang="en-US" altLang="zh-CN" sz="1600" dirty="0" smtClean="0"/>
              <a:t/>
            </a:r>
            <a:r>
              <a:rPr lang="en-US" altLang="zh-CN" sz="1600" dirty="0"/>
              <a:t/>
            </a:r>
            <a:endParaRPr lang="en-US" altLang="zh-CN" sz="1600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smtClean="0"/>
              <a:t>其余设备（储罐、管路等）将进行钝化并完成溶剂试车，时间表可满足使用需求。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266881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zh-CN" smtClean="0"/>
              <a:t>-</a:t>
            </a:r>
            <a:fld id="{FAEDECE0-B3E3-4E93-9B91-9F10B30F5B07}" type="slidenum">
              <a:rPr lang="en-US" altLang="zh-CN" smtClean="0"/>
              <a:t>2</a:t>
            </a:fld>
            <a:r>
              <a:rPr lang="en-US" altLang="zh-CN" smtClean="0"/>
              <a:t>-</a:t>
            </a:r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757526" y="505934"/>
            <a:ext cx="52202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</a:rPr>
              <a:t>溶剂罐区钝化方案讨论</a:t>
            </a:r>
            <a:r>
              <a:rPr lang="en-US" altLang="zh-CN" b="1" dirty="0" smtClean="0">
                <a:solidFill>
                  <a:srgbClr val="002060"/>
                </a:solidFill>
              </a:rPr>
              <a:t/>
            </a:r>
            <a:endParaRPr lang="zh-CN" altLang="en-US" b="1" dirty="0">
              <a:solidFill>
                <a:srgbClr val="002060"/>
              </a:solidFill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9601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932688"/>
                <a:gridCol w="1207008"/>
                <a:gridCol w="603504"/>
                <a:gridCol w="603504"/>
                <a:gridCol w="603504"/>
                <a:gridCol w="676656"/>
                <a:gridCol w="640080"/>
                <a:gridCol w="749808"/>
                <a:gridCol w="35661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溶剂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罐区供应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储罐编号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L1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140019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L2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140020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L3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140021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GG917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139788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需求时间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储罐数量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钝化方案</a:t>
                      </a:r>
                    </a:p>
                  </a:txBody>
                  <a:tcPr anchor="ctr" marL="54864" marR="54864" marT="18288" marB="18288"/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DMF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11/12 号楼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公用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TF01, TF02, TF04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09/28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3 x 30 m³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404040"/>
                          </a:solidFill>
                        </a:rPr>
                        <a:t>需先改造管路：TF04 与管路 1/2 断开并钝化，新增单独管路供应 12 号楼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哌啶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11/12 号楼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公用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TF30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10 m³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该溶剂仅此一罐且 11 号楼仍需使用，不做钝化；Lilly 项目改用桶装溶剂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甲基叔丁基醚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11/12 号楼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公用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TF05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30 m³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同样不做钝化 —— 二期罐区接入前使用桶装溶剂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乙酸异丙酯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Lilly 专用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TF03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09/28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30 m³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与其输送管路一并排空钝化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甲苯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Lilly 专用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TF06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10/12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30 m³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与其输送管路一并排空钝化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制备乙腈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11/12 号楼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公用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TF07, TF08, TF10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/ 3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10/15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3 x 30 m³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404040"/>
                          </a:solidFill>
                        </a:rPr>
                        <a:t>TF08 专门供应 12 号楼：对 TF08 及其管线钝化，12 号楼所有涉及乙腈的项目停产</a:t>
                      </a:r>
                    </a:p>
                  </a:txBody>
                  <a:tcPr anchor="ctr" marL="54864" marR="54864" marT="18288" marB="18288">
                    <a:solidFill>
                      <a:srgbClr val="E4EDF9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正庚烷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Lilly 专用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TF11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 / 3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10/11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30 m³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与其输送管路一并排空钝化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乙酸乙酯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Lilly 专用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TF12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10/12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30 m³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与其输送管路一并排空钝化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2-甲基四氢呋喃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Lilly 专用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TF13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-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10/28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1 x 30 m³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404040"/>
                          </a:solidFill>
                        </a:rPr>
                        <a:t>与其输送管路一并排空钝化</a:t>
                      </a:r>
                    </a:p>
                  </a:txBody>
                  <a:tcPr anchor="ctr" marL="54864" marR="54864" marT="18288" marB="18288">
                    <a:solidFill>
                      <a:srgbClr val="E7F2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169663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67676"/>
                </a:solidFill>
              </a:rPr>
              <a:t>绿色 = Lilly 专用储罐，可释放钝化   |   蓝色 = TJ4 厂区共用   |   批次列中的数字为使用该溶剂的工艺步骤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443984"/>
            <a:ext cx="5440680" cy="1901952"/>
          </a:xfrm>
          <a:prstGeom prst="roundRect">
            <a:avLst>
              <a:gd name="adj" fmla="val 3500"/>
            </a:avLst>
          </a:prstGeom>
          <a:solidFill>
            <a:srgbClr val="F4F8FC"/>
          </a:solidFill>
          <a:ln w="9525">
            <a:solidFill>
              <a:srgbClr val="D3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2060"/>
                </a:solidFill>
              </a:rPr>
              <a:t>可钝化的范围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82896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10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00" b="0">
                <a:solidFill>
                  <a:srgbClr val="404040"/>
                </a:solidFill>
              </a:rPr>
              <a:t>TF03、TF06、TF11、TF12、TF13 —— 5 × 30 m³ 仅 Lilly 项目使用，可直接排空钝化。</a:t>
            </a:r>
          </a:p>
          <a:p>
            <a:pPr marL="285750" indent="-285750">
              <a:lnSpc>
                <a:spcPct val="10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00" b="0">
                <a:solidFill>
                  <a:srgbClr val="404040"/>
                </a:solidFill>
              </a:rPr>
              <a:t>共用储罐属 TJ4 厂区共用。为降低对其他商业化项目的影响，只有一个储罐的共用溶剂（哌啶 TF30、甲基叔丁基醚 TF05）不做钝化：Lilly 项目只能使用桶装溶剂，由此带来安全风险增加。</a:t>
            </a:r>
          </a:p>
          <a:p>
            <a:pPr marL="285750" indent="-285750">
              <a:lnSpc>
                <a:spcPct val="10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00" b="0">
                <a:solidFill>
                  <a:srgbClr val="404040"/>
                </a:solidFill>
              </a:rPr>
              <a:t>DMF 与制备乙腈各有 3 个储罐，因此可释放一个储罐供 Lilly 使用：DMF TF04（需先改造管路）与乙腈 TF08。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0488" y="4443984"/>
            <a:ext cx="5440680" cy="1901952"/>
          </a:xfrm>
          <a:prstGeom prst="roundRect">
            <a:avLst>
              <a:gd name="adj" fmla="val 3500"/>
            </a:avLst>
          </a:prstGeom>
          <a:solidFill>
            <a:srgbClr val="F4F8FC"/>
          </a:solidFill>
          <a:ln w="9525">
            <a:solidFill>
              <a:srgbClr val="D3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572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2060"/>
                </a:solidFill>
              </a:rPr>
              <a:t>对 12 号楼的代价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882896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10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00" b="1">
                <a:solidFill>
                  <a:srgbClr val="C00000"/>
                </a:solidFill>
              </a:rPr>
              <a:t>乙腈：TF08 专门供应 12 号楼。对 TF08 及其管线钝化后，12 号楼所有涉及乙腈的项目停产，包括 LAARA API 注册批以及其他验证项目。</a:t>
            </a:r>
          </a:p>
          <a:p>
            <a:pPr marL="285750" indent="-285750">
              <a:lnSpc>
                <a:spcPct val="10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00" b="1">
                <a:solidFill>
                  <a:srgbClr val="C00000"/>
                </a:solidFill>
              </a:rPr>
              <a:t>DMF：改造后 12 号楼仅由 TF04 供应，管路切换与钝化期间 12 号楼所有涉及 DMF 的项目停产。</a:t>
            </a:r>
          </a:p>
          <a:p>
            <a:pPr marL="285750" indent="-285750">
              <a:lnSpc>
                <a:spcPct val="100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00" b="0">
                <a:solidFill>
                  <a:srgbClr val="404040"/>
                </a:solidFill>
              </a:rPr>
              <a:t>哌啶与甲基叔丁基醚：二期罐区接入前，12 号楼继续使用 200 L 桶装溶剂。</a:t>
            </a:r>
          </a:p>
        </p:txBody>
      </p:sp>
    </p:spTree>
    <p:extLst>
      <p:ext uri="{BB962C8B-B14F-4D97-AF65-F5344CB8AC3E}">
        <p14:creationId xmlns:p14="http://schemas.microsoft.com/office/powerpoint/2010/main" val="129288558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88536" y="502920"/>
            <a:ext cx="7680960" cy="36576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/>
            <a:r>
              <a:rPr sz="1800" b="1">
                <a:solidFill>
                  <a:srgbClr val="002060"/>
                </a:solidFill>
              </a:rPr>
              <a:t>DMF 管路改造 —— 方案、影响与风险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42415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2060"/>
                </a:solidFill>
              </a:rPr>
              <a:t>改造后的 DMF 供应关系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11880" y="1325880"/>
            <a:ext cx="3017520" cy="1481328"/>
          </a:xfrm>
          <a:prstGeom prst="roundRect">
            <a:avLst>
              <a:gd name="adj" fmla="val 3500"/>
            </a:avLst>
          </a:prstGeom>
          <a:solidFill>
            <a:srgbClr val="EEF4FB"/>
          </a:solidFill>
          <a:ln w="9525">
            <a:solidFill>
              <a:srgbClr val="D3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67328" y="14356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02060"/>
                </a:solidFill>
              </a:rPr>
              <a:t>11 号楼 —— 供应不变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7328" y="1709928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管路 1 → 1108-Sy01~Sy07</a:t>
            </a:r>
          </a:p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管路 2 → 1108-Sy08~Sy12</a:t>
            </a:r>
          </a:p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脱保护配液罐、反应釜区域</a:t>
            </a:r>
          </a:p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139166 / 125104 / 148235 正常生产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3520440"/>
            <a:ext cx="3017520" cy="1572768"/>
          </a:xfrm>
          <a:prstGeom prst="roundRect">
            <a:avLst>
              <a:gd name="adj" fmla="val 3500"/>
            </a:avLst>
          </a:prstGeom>
          <a:solidFill>
            <a:srgbClr val="FDF1F1"/>
          </a:solidFill>
          <a:ln w="9525">
            <a:solidFill>
              <a:srgbClr val="F0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67328" y="363016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02060"/>
                </a:solidFill>
              </a:rPr>
              <a:t>12 号楼 —— 仅由 TF04 供应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3904487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新增管路 3 → 1213-Sy01~Sy06</a:t>
            </a:r>
          </a:p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新增管路 3 → 1213-Sy07~Sy18（片段肽 + 9788）</a:t>
            </a:r>
          </a:p>
          <a:p>
            <a:pPr marL="285750" indent="-285750">
              <a:lnSpc>
                <a:spcPct val="98000"/>
              </a:lnSpc>
              <a:spcAft>
                <a:spcPts val="200"/>
              </a:spcAft>
              <a:buFont typeface="Wingdings" pitchFamily="2" charset="2"/>
              <a:buChar char="Ø"/>
            </a:pPr>
            <a:r>
              <a:rPr sz="950" b="0">
                <a:solidFill>
                  <a:srgbClr val="404040"/>
                </a:solidFill>
              </a:rPr>
              <a:t>1212-FD01~03 脱保护配液罐、反应釜区域 —— 所有合成项目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81328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2E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</a:rPr>
              <a:t>TJ4S-TF01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</a:rPr>
              <a:t>30 m³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12848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2E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</a:rPr>
              <a:t>TJ4S-TF02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</a:rPr>
              <a:t>30 m³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41648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2E7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</a:rPr>
              <a:t>TJ4S-TF04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</a:rPr>
              <a:t>30 m³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35424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2E753A"/>
                </a:solidFill>
              </a:rPr>
              <a:t>钝化后供 Lilly 使用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148840" y="1645920"/>
            <a:ext cx="1371600" cy="128016"/>
          </a:xfrm>
          <a:prstGeom prst="rightArrow">
            <a:avLst/>
          </a:prstGeom>
          <a:solidFill>
            <a:srgbClr val="2E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40" y="1426464"/>
            <a:ext cx="13716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2E639B"/>
                </a:solidFill>
              </a:rPr>
              <a:t>管路 1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148840" y="2377440"/>
            <a:ext cx="1371600" cy="128016"/>
          </a:xfrm>
          <a:prstGeom prst="rightArrow">
            <a:avLst/>
          </a:prstGeom>
          <a:solidFill>
            <a:srgbClr val="2E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2157984"/>
            <a:ext cx="13716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2E639B"/>
                </a:solidFill>
              </a:rPr>
              <a:t>管路 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48840" y="4206240"/>
            <a:ext cx="1371600" cy="164592"/>
          </a:xfrm>
          <a:prstGeom prst="right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3"/>
            <a:ext cx="13716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C00000"/>
                </a:solidFill>
              </a:rPr>
              <a:t>新增管路 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84831" y="1874519"/>
            <a:ext cx="1481329" cy="1737361"/>
          </a:xfrm>
          <a:prstGeom prst="line">
            <a:avLst/>
          </a:prstGeom>
          <a:ln w="15875">
            <a:solidFill>
              <a:srgbClr val="76767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84831" y="2606040"/>
            <a:ext cx="1481329" cy="1188720"/>
          </a:xfrm>
          <a:prstGeom prst="line">
            <a:avLst/>
          </a:prstGeom>
          <a:ln w="15875">
            <a:solidFill>
              <a:srgbClr val="76767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2670048" y="2615184"/>
            <a:ext cx="219456" cy="21945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23" name="Oval 22"/>
          <p:cNvSpPr/>
          <p:nvPr/>
        </p:nvSpPr>
        <p:spPr>
          <a:xfrm>
            <a:off x="2670048" y="3072384"/>
            <a:ext cx="219456" cy="21945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</a:rPr>
              <a:t>三通 1-2、2-2：
改造断开 12 号楼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413248"/>
            <a:ext cx="6035040" cy="86868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</a:rPr>
              <a:t>11 号楼继续由 TF01 / TF02 供应；TF04 切换与钝化期间，12 号楼所有 DMF 使用点停产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1042415"/>
            <a:ext cx="47274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2060"/>
                </a:solidFill>
              </a:rPr>
              <a:t>改造内容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903720" y="1353312"/>
          <a:ext cx="472744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1965960"/>
                <a:gridCol w="2103120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储罐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现状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改造后</a:t>
                      </a:r>
                    </a:p>
                  </a:txBody>
                  <a:tcPr anchor="ctr" marL="54864" marR="54864" marT="18288" marB="18288"/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TF01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管路 1 供应 11 号楼部分设备（1108-Sy01~Sy07）及 12 号楼部分设备（1213-Sy07~Sy18）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仅供应 11 号楼 —— 三通 1-2 处断开 12 号楼支路</a:t>
                      </a:r>
                    </a:p>
                  </a:txBody>
                  <a:tcPr anchor="ctr" marL="54864" marR="54864" marT="18288" marB="18288"/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TF02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管路 2 供应 11 号楼部分设备（1108-Sy08~Sy12）及 12 号楼部分设备（1213-Sy01~Sy06、1212-FD01~03）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仅供应 11 号楼 —— 三通 2-2 处断开 12 号楼支路</a:t>
                      </a:r>
                    </a:p>
                  </a:txBody>
                  <a:tcPr anchor="ctr" marL="54864" marR="54864" marT="18288" marB="18288"/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TF04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仅作备用储罐，经气动阀接入管路 1、2，无单独供应管路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/>
                        <a:t>与管路 1、2 断开，进行钝化，并新增管路 3 单独供应 12 号楼</a:t>
                      </a:r>
                    </a:p>
                  </a:txBody>
                  <a:tcPr anchor="ctr" marL="54864" marR="54864" marT="18288" marB="18288"/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903720" y="3419856"/>
            <a:ext cx="47274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767676"/>
                </a:solidFill>
              </a:rPr>
              <a:t>新增管路 3 的制作以及控制系统的修改与验证，需在 TF04 钝化前完成。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03720" y="3931920"/>
            <a:ext cx="4727448" cy="2350008"/>
          </a:xfrm>
          <a:prstGeom prst="roundRect">
            <a:avLst>
              <a:gd name="adj" fmla="val 3500"/>
            </a:avLst>
          </a:prstGeom>
          <a:solidFill>
            <a:srgbClr val="F4F8FC"/>
          </a:solidFill>
          <a:ln w="9525">
            <a:solidFill>
              <a:srgbClr val="D3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14032" y="407822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2060"/>
                </a:solidFill>
              </a:rPr>
              <a:t>需与客户共同关闭的风险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4389120"/>
            <a:ext cx="4297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100000"/>
              </a:lnSpc>
              <a:spcAft>
                <a:spcPts val="700"/>
              </a:spcAft>
              <a:buFont typeface="Wingdings" pitchFamily="2" charset="2"/>
              <a:buChar char="Ø"/>
            </a:pPr>
            <a:r>
              <a:rPr sz="1100" b="1">
                <a:solidFill>
                  <a:srgbClr val="C00000"/>
                </a:solidFill>
              </a:rPr>
              <a:t>罐区至厂房的输送管线在设计阶段即为焊接制作，无断开点、无坡度：钝化过程中死角与低点存在酸残留、水残留风险。</a:t>
            </a:r>
          </a:p>
          <a:p>
            <a:pPr marL="285750" indent="-285750">
              <a:lnSpc>
                <a:spcPct val="100000"/>
              </a:lnSpc>
              <a:spcAft>
                <a:spcPts val="700"/>
              </a:spcAft>
              <a:buFont typeface="Wingdings" pitchFamily="2" charset="2"/>
              <a:buChar char="Ø"/>
            </a:pPr>
            <a:r>
              <a:rPr sz="1100" b="1">
                <a:solidFill>
                  <a:srgbClr val="C00000"/>
                </a:solidFill>
              </a:rPr>
              <a:t>钝化后仅 TF04 单罐供应 Lilly 项目 DMF：日使用量约 33 mt，罐区有效溶剂约 23 mt，且无备用储罐 —— 存在供应风险。</a:t>
            </a:r>
          </a:p>
          <a:p>
            <a:pPr marL="285750" indent="-285750">
              <a:lnSpc>
                <a:spcPct val="100000"/>
              </a:lnSpc>
              <a:spcAft>
                <a:spcPts val="700"/>
              </a:spcAft>
              <a:buFont typeface="Wingdings" pitchFamily="2" charset="2"/>
              <a:buChar char="Ø"/>
            </a:pPr>
            <a:r>
              <a:rPr sz="1100" b="0">
                <a:solidFill>
                  <a:srgbClr val="404040"/>
                </a:solidFill>
              </a:rPr>
              <a:t>改造完成后，所有区域的 DMF 使用点均无备用储罐。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88536" y="502920"/>
            <a:ext cx="7680960" cy="36576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/>
            <a:r>
              <a:rPr sz="1800" b="1">
                <a:solidFill>
                  <a:srgbClr val="002060"/>
                </a:solidFill>
              </a:rPr>
              <a:t>钝化流程、耗时及项目影响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42415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2060"/>
                </a:solidFill>
              </a:rPr>
              <a:t>钝化流程 —— 单批储罐 75 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344168"/>
          <a:ext cx="4983479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749039"/>
                <a:gridCol w="777240"/>
              </a:tblGrid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 b="0"/>
                        <a:t>序号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 b="0"/>
                        <a:t>项目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 b="0"/>
                        <a:t>用时（天）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储罐物料清空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2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2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预处理储罐：水洗、检测罐内可燃气体浓度合格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4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3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加碱液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2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4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冲洗至 pH 中性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10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5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储罐钝化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7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6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进出管道钝化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3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7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钝化介质清罐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2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8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管道探伤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3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9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自来水冲洗至 pH 中性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10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10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储罐清洁确认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2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11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溶剂含水测定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30</a:t>
                      </a:r>
                    </a:p>
                  </a:txBody>
                  <a:tcPr anchor="ctr" marL="54864" marR="54864" marT="18288" marB="18288"/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/>
                        <a:t/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/>
                        <a:t>合计（单批）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1"/>
                        <a:t>75</a:t>
                      </a:r>
                    </a:p>
                  </a:txBody>
                  <a:tcPr anchor="ctr" marL="54864" marR="54864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6634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2060"/>
                </a:solidFill>
              </a:rPr>
              <a:t>对项目的影响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4965192"/>
          <a:ext cx="4983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2880360"/>
                <a:gridCol w="1444752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厂房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范围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050" b="0"/>
                        <a:t>影响</a:t>
                      </a:r>
                    </a:p>
                  </a:txBody>
                  <a:tcPr anchor="ctr" marL="54864" marR="54864" marT="18288" marB="18288"/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12 号楼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DMF：1213-Sy01~Sy06、1213-Sy07~Sy18、1212-FD01~03</a:t>
                      </a:r>
                    </a:p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乙腈：所有使用点，含 LAARA API 注册批及其他验证项目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1"/>
                        <a:t>罐区停用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单批 75 d，全部储罐约第 85 天释放</a:t>
                      </a:r>
                    </a:p>
                  </a:txBody>
                  <a:tcPr anchor="ctr" marL="54864" marR="54864" marT="18288" marB="18288"/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11 号楼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DMF 的 TF01 / TF02、乙腈的 TF07 / TF10 保持运行 —— 139166、125104、148235 罐区供应不中断</a:t>
                      </a:r>
                    </a:p>
                  </a:txBody>
                  <a:tcPr anchor="ctr" marL="54864" marR="54864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950" b="0"/>
                        <a:t>不受影响</a:t>
                      </a:r>
                    </a:p>
                  </a:txBody>
                  <a:tcPr anchor="ctr" marL="54864" marR="54864" marT="18288" marB="18288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806440" y="1005840"/>
            <a:ext cx="5824728" cy="54864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</a:rPr>
              <a:t>7 个储罐分 2 批钝化 —— 单批 75 天，最后一批约在第 85 天完成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73736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2060"/>
                </a:solidFill>
              </a:rPr>
              <a:t>第一批 · 2 个储罐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700784"/>
            <a:ext cx="3311203" cy="274320"/>
          </a:xfrm>
          <a:prstGeom prst="roundRect">
            <a:avLst>
              <a:gd name="adj" fmla="val 25000"/>
            </a:avLst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第 1 – 76 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15798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2060"/>
                </a:solidFill>
              </a:rPr>
              <a:t>第二批 · 5 个储罐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05933" y="2121408"/>
            <a:ext cx="3224066" cy="274320"/>
          </a:xfrm>
          <a:prstGeom prst="roundRect">
            <a:avLst>
              <a:gd name="adj" fmla="val 25000"/>
            </a:avLst>
          </a:prstGeom>
          <a:solidFill>
            <a:srgbClr val="2E6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第 12 – 85 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2560320"/>
            <a:ext cx="3703320" cy="10972"/>
          </a:xfrm>
          <a:prstGeom prst="rect">
            <a:avLst/>
          </a:prstGeom>
          <a:solidFill>
            <a:srgbClr val="D3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259689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</a:rPr>
              <a:t>第 1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259689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</a:rPr>
              <a:t>第 85 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889504"/>
            <a:ext cx="5824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404040"/>
                </a:solidFill>
              </a:rPr>
              <a:t>厂区硝酸用量不足、需重新申购，因此 7 个储罐分两批进行钝化。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3346704"/>
            <a:ext cx="5824728" cy="2999232"/>
          </a:xfrm>
          <a:prstGeom prst="roundRect">
            <a:avLst>
              <a:gd name="adj" fmla="val 3500"/>
            </a:avLst>
          </a:prstGeom>
          <a:solidFill>
            <a:srgbClr val="F4F8FC"/>
          </a:solidFill>
          <a:ln w="9525">
            <a:solidFill>
              <a:srgbClr val="D3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16752" y="349300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2060"/>
                </a:solidFill>
              </a:rPr>
              <a:t>为什么单批需要 75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16752" y="3803904"/>
            <a:ext cx="53949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98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50" b="0">
                <a:solidFill>
                  <a:srgbClr val="404040"/>
                </a:solidFill>
              </a:rPr>
              <a:t>储罐无淋洗球：需人员入罐喷洒钝化液至检测合格；管路采用钝化液浸泡至检测合格。</a:t>
            </a:r>
          </a:p>
          <a:p>
            <a:pPr marL="285750" indent="-285750">
              <a:lnSpc>
                <a:spcPct val="98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50" b="0">
                <a:solidFill>
                  <a:srgbClr val="404040"/>
                </a:solidFill>
              </a:rPr>
              <a:t>碱洗用于去除管道内残留油污；每次冲洗至 pH 中性需 10 天。</a:t>
            </a:r>
          </a:p>
          <a:p>
            <a:pPr marL="285750" indent="-285750">
              <a:lnSpc>
                <a:spcPct val="98000"/>
              </a:lnSpc>
              <a:spcAft>
                <a:spcPts val="600"/>
              </a:spcAft>
              <a:buFont typeface="Wingdings" pitchFamily="2" charset="2"/>
              <a:buChar char="Ø"/>
            </a:pPr>
            <a:r>
              <a:rPr sz="1150" b="1">
                <a:solidFill>
                  <a:srgbClr val="C00000"/>
                </a:solidFill>
              </a:rPr>
              <a:t>溶剂含水测定为关键路径，需 30 天 —— 焊接管道存在低点易残留水，含水 ≤ 0.1 % w/w 的标准较难达到，对 step 1 的 CTC 树脂风险高。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5248656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002060"/>
                </a:solidFill>
              </a:rPr>
              <a:t>钝化期间的操作影响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6752" y="5541264"/>
            <a:ext cx="5394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98000"/>
              </a:lnSpc>
              <a:spcAft>
                <a:spcPts val="400"/>
              </a:spcAft>
              <a:buFont typeface="Wingdings" pitchFamily="2" charset="2"/>
              <a:buChar char="Ø"/>
            </a:pPr>
            <a:r>
              <a:rPr sz="1050" b="0">
                <a:solidFill>
                  <a:srgbClr val="404040"/>
                </a:solidFill>
              </a:rPr>
              <a:t>12 号楼无法使用罐区 —— 所有溶剂改为 200 L 桶装，桶装周转的安全风险为重点管控项。</a:t>
            </a:r>
          </a:p>
          <a:p>
            <a:pPr marL="285750" indent="-285750">
              <a:lnSpc>
                <a:spcPct val="98000"/>
              </a:lnSpc>
              <a:spcAft>
                <a:spcPts val="400"/>
              </a:spcAft>
              <a:buFont typeface="Wingdings" pitchFamily="2" charset="2"/>
              <a:buChar char="Ø"/>
            </a:pPr>
            <a:r>
              <a:rPr sz="1050" b="0">
                <a:solidFill>
                  <a:srgbClr val="404040"/>
                </a:solidFill>
              </a:rPr>
              <a:t>小型合成仪的 DMF 与脱保护溶液需人工配置，效率下降。</a:t>
            </a:r>
          </a:p>
          <a:p>
            <a:pPr marL="285750" indent="-285750">
              <a:lnSpc>
                <a:spcPct val="98000"/>
              </a:lnSpc>
              <a:spcAft>
                <a:spcPts val="400"/>
              </a:spcAft>
              <a:buFont typeface="Wingdings" pitchFamily="2" charset="2"/>
              <a:buChar char="Ø"/>
            </a:pPr>
            <a:r>
              <a:rPr sz="1050" b="0">
                <a:solidFill>
                  <a:srgbClr val="404040"/>
                </a:solidFill>
              </a:rPr>
              <a:t>自动补液功能不可用 —— 需人工判断液位并手动补加。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1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2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solidFill>
            <a:srgbClr val="FF0000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1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1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1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1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8.xml><?xml version="1.0" encoding="utf-8"?>
<a:theme xmlns:a="http://schemas.openxmlformats.org/drawingml/2006/main" name="1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9.xml><?xml version="1.0" encoding="utf-8"?>
<a:theme xmlns:a="http://schemas.openxmlformats.org/drawingml/2006/main" name="1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0.xml><?xml version="1.0" encoding="utf-8"?>
<a:theme xmlns:a="http://schemas.openxmlformats.org/drawingml/2006/main" name="2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1.xml><?xml version="1.0" encoding="utf-8"?>
<a:theme xmlns:a="http://schemas.openxmlformats.org/drawingml/2006/main" name="1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2.xml><?xml version="1.0" encoding="utf-8"?>
<a:theme xmlns:a="http://schemas.openxmlformats.org/drawingml/2006/main" name="1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3.xml><?xml version="1.0" encoding="utf-8"?>
<a:theme xmlns:a="http://schemas.openxmlformats.org/drawingml/2006/main" name="2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4.xml><?xml version="1.0" encoding="utf-8"?>
<a:theme xmlns:a="http://schemas.openxmlformats.org/drawingml/2006/main" name="2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5.xml><?xml version="1.0" encoding="utf-8"?>
<a:theme xmlns:a="http://schemas.openxmlformats.org/drawingml/2006/main" name="2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2902</TotalTime>
  <Words>134</Words>
  <Application>Microsoft Office PowerPoint</Application>
  <PresentationFormat>宽屏</PresentationFormat>
  <Paragraphs>55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25</vt:i4>
      </vt:variant>
      <vt:variant>
        <vt:lpstr>幻灯片标题</vt:lpstr>
      </vt:variant>
      <vt:variant>
        <vt:i4>2</vt:i4>
      </vt:variant>
    </vt:vector>
  </HeadingPairs>
  <TitlesOfParts>
    <vt:vector size="33" baseType="lpstr">
      <vt:lpstr>Helvetica Light</vt:lpstr>
      <vt:lpstr>等线</vt:lpstr>
      <vt:lpstr>微软雅黑</vt:lpstr>
      <vt:lpstr>Arial</vt:lpstr>
      <vt:lpstr>Calibri</vt:lpstr>
      <vt:lpstr>Wingdings</vt:lpstr>
      <vt:lpstr>1_webwppDefTheme</vt:lpstr>
      <vt:lpstr>2_webwppDefTheme</vt:lpstr>
      <vt:lpstr>webwppDefTheme</vt:lpstr>
      <vt:lpstr>3_webwppDefTheme</vt:lpstr>
      <vt:lpstr>4_webwppDefTheme</vt:lpstr>
      <vt:lpstr>5_webwppDefTheme</vt:lpstr>
      <vt:lpstr>6_webwppDefTheme</vt:lpstr>
      <vt:lpstr>7_webwppDefTheme</vt:lpstr>
      <vt:lpstr>9_webwppDefTheme</vt:lpstr>
      <vt:lpstr>8_webwppDefTheme</vt:lpstr>
      <vt:lpstr>16_webwppDefTheme</vt:lpstr>
      <vt:lpstr>22_webwppDefTheme</vt:lpstr>
      <vt:lpstr>10_webwppDefTheme</vt:lpstr>
      <vt:lpstr>11_webwppDefTheme</vt:lpstr>
      <vt:lpstr>12_webwppDefTheme</vt:lpstr>
      <vt:lpstr>13_webwppDefTheme</vt:lpstr>
      <vt:lpstr>14_webwppDefTheme</vt:lpstr>
      <vt:lpstr>15_webwppDefTheme</vt:lpstr>
      <vt:lpstr>17_webwppDefTheme</vt:lpstr>
      <vt:lpstr>25_webwppDefTheme</vt:lpstr>
      <vt:lpstr>18_webwppDefTheme</vt:lpstr>
      <vt:lpstr>19_webwppDefTheme</vt:lpstr>
      <vt:lpstr>20_webwppDefTheme</vt:lpstr>
      <vt:lpstr>26_webwppDefTheme</vt:lpstr>
      <vt:lpstr>27_webwppDefTheme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Dong Cui</dc:creator>
  <cp:lastModifiedBy>Ruijun Shi</cp:lastModifiedBy>
  <cp:revision>45</cp:revision>
  <dcterms:created xsi:type="dcterms:W3CDTF">2026-09-01T01:04:30Z</dcterms:created>
  <dcterms:modified xsi:type="dcterms:W3CDTF">2026-09-18T01:14:32Z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2052-0.0.0.0</vt:lpwstr>
  </property>
  <property fmtid="{D5CDD505-2E9C-101B-9397-08002B2CF9AE}" pid="4" name="ContentTypeId">
    <vt:lpwstr>0x01010081E1AFC219F9024AA012AA91AE638458</vt:lpwstr>
  </property>
  <property fmtid="{D5CDD505-2E9C-101B-9397-08002B2CF9AE}" pid="5" name="MediaServiceImageTags">
    <vt:lpwstr/>
  </property>
</Properties>
</file>